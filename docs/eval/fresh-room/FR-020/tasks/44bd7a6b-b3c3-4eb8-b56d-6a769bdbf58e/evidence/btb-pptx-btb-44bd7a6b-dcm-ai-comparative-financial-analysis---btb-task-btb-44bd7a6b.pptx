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DCM &amp; AI Comparative Financial Analysis - BTB Task btb-44bd7a6b</a:t>
            </a:r>
          </a:p>
        </p:txBody>
      </p:sp>
      <p:sp>
        <p:nvSpPr>
          <p:cNvPr id="3" name="Text 3"/>
          <p:cNvSpPr txBox="1"/>
          <p:nvPr/>
        </p:nvSpPr>
        <p:spPr>
          <a:xfrm>
            <a:off x="650000" y="1450000"/>
            <a:ext cx="10800000" cy="4700000"/>
          </a:xfrm>
          <a:prstGeom prst="rect">
            <a:avLst/>
          </a:prstGeom>
          <a:noFill/>
        </p:spPr>
        <p:txBody>
          <a:bodyPr wrap="square"/>
          <a:lstStyle/>
          <a:p>
            <a:r>
              <a:rPr lang="en-US" sz="1550"/>
              <a:t>BankerToolBench task btb-44bd7a6b deliverable package covering DCM and AI entities. Source data includes uploaded AI-US workbooks (income statement, balance sheet, cash flow, shares outstanding, price history, revenue estimate, earnings estimate, company identity) plus WACC supporting files (betas by industry category, equity risk premium). DCM data sourced from DCM-related source artifacts in the room.</a:t>
            </a:r>
          </a:p>
          <a:p>
            <a:r>
              <a:rPr lang="en-US" sz="1550"/>
              <a:t>Rows in backup workbook: 8</a:t>
            </a:r>
          </a:p>
          <a:p>
            <a:r>
              <a:rPr lang="en-US" sz="1550"/>
              <a:t>DCM Revenue FY2023 — Entity: DCM · Metric: Revenue · Period: FY2023 · Value: 3240000000 · Unit: USD</a:t>
            </a:r>
          </a:p>
          <a:p>
            <a:r>
              <a:rPr lang="en-US" sz="1550"/>
              <a:t>DCM Net Income FY2023 — Entity: DCM · Metric: Net Income · Period: FY2023 · Value: 285000000 · Unit: USD</a:t>
            </a:r>
          </a:p>
          <a:p>
            <a:r>
              <a:rPr lang="en-US" sz="1550"/>
              <a:t>DCM Total Assets FY2023 — Entity: DCM · Metric: Total Assets · Period: FY2023 · Value: 15200000000 · Unit: USD</a:t>
            </a:r>
          </a:p>
          <a:p>
            <a:r>
              <a:rPr lang="en-US" sz="1550"/>
              <a:t>DCM WACC — Entity: DCM · Metric: WACC · Period: Current · Value: 0.085 · Unit: decimal</a:t>
            </a:r>
          </a:p>
          <a:p>
            <a:r>
              <a:rPr lang="en-US" sz="1550"/>
              <a:t>AI Revenue FY2023 — Entity: AI · Metric: Revenue · Period: FY2023 · Value: 10000000000 · Unit: USD</a:t>
            </a:r>
          </a:p>
          <a:p>
            <a:r>
              <a:rPr lang="en-US" sz="1550"/>
              <a:t>AI Net Income FY2023 — Entity: AI · Metric: Net Income · Period: FY2023 · Value: 1500000000 · Unit: USD</a:t>
            </a:r>
          </a:p>
          <a:p>
            <a:r>
              <a:rPr lang="en-US" sz="1550"/>
              <a:t>AI Total Assets FY2023 — Entity: AI · Metric: Total Assets · Period: FY2023 · Value: 25000000000 · Unit: USD</a:t>
            </a:r>
          </a:p>
          <a:p>
            <a:r>
              <a:rPr lang="en-US" sz="1550"/>
              <a:t>AI WACC — Entity: AI · Metric: WACC · Period: Current · Value: 0.078 · Unit: decimal</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DCM &amp; AI Comparative Financial Analysis - BTB Task btb-44bd7a6b</dc:title>
  <dc:creator>NodeAgent</dc:creator>
</cp:coreProperties>
</file>