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Boeing Investment Opportunity Teaser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Boeing Company investment teaser package based on 3Q25 investor presentation and provided financial data.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Test — Test: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Boeing Investment Opportunity Teaser</dc:title>
  <dc:creator>NodeAgent</dc:creator>
</cp:coreProperties>
</file>