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WACC Components: Industry Betas and Equity Risk Premium</a:t>
            </a:r>
          </a:p>
        </p:txBody>
      </p:sp>
      <p:sp>
        <p:nvSpPr>
          <p:cNvPr id="3" name="Text 3"/>
          <p:cNvSpPr txBox="1"/>
          <p:nvPr/>
        </p:nvSpPr>
        <p:spPr>
          <a:xfrm>
            <a:off x="650000" y="1450000"/>
            <a:ext cx="10800000" cy="4700000"/>
          </a:xfrm>
          <a:prstGeom prst="rect">
            <a:avLst/>
          </a:prstGeom>
          <a:noFill/>
        </p:spPr>
        <p:txBody>
          <a:bodyPr wrap="square"/>
          <a:lstStyle/>
          <a:p>
            <a:r>
              <a:rPr lang="en-US" sz="1550"/>
              <a:t>Reading source data from uploaded workbooks to compute WACC components. This task requires betas by industry category and equity risk premium data to calculate the cost of equity using the CAPM formula: Cost of Equity = Risk-Free Rate + Beta × Equity Risk Premium. The deliverable presents the beta values and ERP figures sourced from the uploaded VDR workbooks.</a:t>
            </a:r>
          </a:p>
          <a:p>
            <a:r>
              <a:rPr lang="en-US" sz="1550"/>
              <a:t>Rows in backup workbook: 11</a:t>
            </a:r>
          </a:p>
          <a:p>
            <a:r>
              <a:rPr lang="en-US" sz="1550"/>
              <a:t>Industry Beta - Advertising — Beta: 1.35 · Source: betas_by_industry_category_for_WACC.xlsx</a:t>
            </a:r>
          </a:p>
          <a:p>
            <a:r>
              <a:rPr lang="en-US" sz="1550"/>
              <a:t>Industry Beta - Aerospace/Defense — Beta: 1.28 · Source: betas_by_industry_category_for_WACC.xlsx</a:t>
            </a:r>
          </a:p>
          <a:p>
            <a:r>
              <a:rPr lang="en-US" sz="1550"/>
              <a:t>Industry Beta - Air Transport — Beta: 1.89 · Source: betas_by_industry_category_for_WACC.xlsx</a:t>
            </a:r>
          </a:p>
          <a:p>
            <a:r>
              <a:rPr lang="en-US" sz="1550"/>
              <a:t>Industry Beta - Apparel — Beta: 1.12 · Source: betas_by_industry_category_for_WACC.xlsx</a:t>
            </a:r>
          </a:p>
          <a:p>
            <a:r>
              <a:rPr lang="en-US" sz="1550"/>
              <a:t>Industry Beta - Auto Parts — Beta: 1.45 · Source: betas_by_industry_category_for_WACC.xlsx</a:t>
            </a:r>
          </a:p>
          <a:p>
            <a:r>
              <a:rPr lang="en-US" sz="1550"/>
              <a:t>Industry Beta - Bank (Money Center) — Beta: 0.95 · Source: betas_by_industry_category_for_WACC.xlsx</a:t>
            </a:r>
          </a:p>
          <a:p>
            <a:r>
              <a:rPr lang="en-US" sz="1550"/>
              <a:t>Industry Beta - Banks (Regional) — Beta: 0.98 · Source: betas_by_industry_category_for_WACC.xlsx</a:t>
            </a:r>
          </a:p>
          <a:p>
            <a:r>
              <a:rPr lang="en-US" sz="1550"/>
              <a:t>Industry Beta - Beverage (Alcoholic) — Beta: 0.82 · Source: betas_by_industry_category_for_WACC.xlsx</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WACC Components: Industry Betas and Equity Risk Premium</dc:title>
  <dc:creator>NodeAgent</dc:creator>
</cp:coreProperties>
</file>