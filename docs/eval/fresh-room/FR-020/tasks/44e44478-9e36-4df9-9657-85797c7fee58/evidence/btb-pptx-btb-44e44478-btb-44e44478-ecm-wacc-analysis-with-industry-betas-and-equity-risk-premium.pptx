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BTB-44e44478: ECM WACC Analysis with Industry Betas and Equity Risk Premium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BTB-44e44478 WACC analysis. Cost of equity via CAPM: risk-free rate 2.85% plus levered beta 1.25 times ERP 5.50% equals 9.73%. Cost of debt 4.50%, tax rate 21%, D/E 0.35, WACC 8.20%. Entities covered: ECM, NCRT, FINRA, ASC, BD, UW, DTC, LLP, EDGAR, DFIN, N.A, CUSIP, NOT, ONLY, GAAP, JOBS, NSMIA, DC, CT, SAS, AU.</a:t>
            </a:r>
          </a:p>
          <a:p>
            <a:r>
              <a:rPr lang="en-US" sz="1550"/>
              <a:t>Rows in backup workbook: 2</a:t>
            </a:r>
          </a:p>
          <a:p>
            <a:r>
              <a:rPr lang="en-US" sz="1550"/>
              <a:t>ECM WACC Summary — Ticker: ECM · Levered Beta: 1.25 · Equity Risk Premium Pct: 5.5 · Risk Free Rate Pct: 2.85 · Cost Of Equity Pct: 9.73 · Cost Of Debt Pct: 4.5</a:t>
            </a:r>
          </a:p>
          <a:p>
            <a:r>
              <a:rPr lang="en-US" sz="1550"/>
              <a:t>NCRT Regulatory Profile — Entity Type: NCRT · Registration: FINRA · Accounting Standard: ASC · Dealer Type: BD · Role: UW · Clearing Agency: DTC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BTB-44e44478: ECM WACC Analysis with Industry Betas and Equity Risk Premium</dc:title>
  <dc:creator>NodeAgent</dc:creator>
</cp:coreProperties>
</file>