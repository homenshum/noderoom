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Shake Shack LBO — Debt Structure &amp; Credit Metrics (btb-1d073c85)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Key Debt Structure Parameters for Shake Shack LBO Analysis (btb-1d073c85)</a:t>
            </a:r>
          </a:p>
          <a:p>
            <a:r>
              <a:rPr lang="en-US" sz="1550"/>
              <a:t>Rows in backup workbook: 3</a:t>
            </a:r>
          </a:p>
          <a:p>
            <a:r>
              <a:rPr lang="en-US" sz="1550"/>
              <a:t>LTV Term Loan % — Value: 0.4 · Unit: % · Detail: Sponsor-requested 40% LTV term loan</a:t>
            </a:r>
          </a:p>
          <a:p>
            <a:r>
              <a:rPr lang="en-US" sz="1550"/>
              <a:t>RCF Capacity (turns of EBITDA) — Value: 1 · Unit: turns · Detail: 1 turn of revolver capacity</a:t>
            </a:r>
          </a:p>
          <a:p>
            <a:r>
              <a:rPr lang="en-US" sz="1550"/>
              <a:t>SOFR (3-month term) — Value: 0.036 · Unit: % · Detail: 3-month term SOFR held flat at 3.6% throughout projection period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Shake Shack LBO — Debt Structure &amp; Credit Metrics (btb-1d073c85)</dc:title>
  <dc:creator>NodeAgent</dc:creator>
</cp:coreProperties>
</file>