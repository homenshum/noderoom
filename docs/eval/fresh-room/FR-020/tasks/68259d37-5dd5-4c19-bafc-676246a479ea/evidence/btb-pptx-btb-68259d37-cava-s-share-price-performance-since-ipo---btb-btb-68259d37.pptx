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</p:sldMasterIdLst>
  <p:sldIdLst>
    <p:sldId id="256" r:id="rId1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id="2147483649" r:id="rId1"/>
  </p:sldLayoutIdLst>
  <p:txStyles/>
</p:sldMaster>
</file>

<file path=ppt/slides/_rels/slide1.xml.rels><?xml version="1.0" encoding="UTF-8" standalone="yes"?>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/>
        </p:nvSpPr>
        <p:spPr>
          <a:xfrm>
            <a:off x="500000" y="300000"/>
            <a:ext cx="11200000" cy="9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3200" b="1"/>
              <a:t>Cava's Share Price Performance Since IPO - BTB btb-68259d37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50000" y="1450000"/>
            <a:ext cx="10800000" cy="47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550"/>
              <a:t>BTB task btb-68259d37: Cava's Share Price Performance Since IPO. This package covers three entities: CAVA (issuer), ID (S&amp;P 500 index data), and SARO (comparator). CAVA IPO price indexed to 0 on 6/14/23; ID (S&amp;P 500) and SARO indexed to the same date. Performance shown through 12/22/25 closing prices. Excel output tab contains line graph with CAVA, ID, and SARO in distinct colors plus volume bar chart in light gray with black axes, outside tickmarks, no gridlines.</a:t>
            </a:r>
          </a:p>
          <a:p>
            <a:r>
              <a:rPr lang="en-US" sz="1550"/>
              <a:t>Rows in backup workbook: 8</a:t>
            </a:r>
          </a:p>
          <a:p>
            <a:r>
              <a:rPr lang="en-US" sz="1550"/>
              <a:t>Header — B: Cava's Share Price Performance Since IPO · C: BTB Task btb-68259d37 · D: Version 1.0</a:t>
            </a:r>
          </a:p>
          <a:p>
            <a:r>
              <a:rPr lang="en-US" sz="1550"/>
              <a:t>CAVA IPO Price (6/14/23) — A: CAVA · B: IPO Price 6/14/23 · C: 22 · D: Source: CAVA-US Price History</a:t>
            </a:r>
          </a:p>
          <a:p>
            <a:r>
              <a:rPr lang="en-US" sz="1550"/>
              <a:t>CAVA First Day Close (6/15/23) — A: CAVA · B: First Day Close 6/15/23 · C: 37 · D: Source: CAVA-US Price History</a:t>
            </a:r>
          </a:p>
          <a:p>
            <a:r>
              <a:rPr lang="en-US" sz="1550"/>
              <a:t>CAVA Close 12/22/25 — A: CAVA · B: Close 12/22/25 · C: 97.5 · D: Source: CAVA-US Price History</a:t>
            </a:r>
          </a:p>
          <a:p>
            <a:r>
              <a:rPr lang="en-US" sz="1550"/>
              <a:t>CAVA Indexed Performance vs IPO — A: CAVA · B: Indexed to IPO (0 base) · C: 3.43 · D: (97.5/22)-1</a:t>
            </a:r>
          </a:p>
          <a:p>
            <a:r>
              <a:rPr lang="en-US" sz="1550"/>
              <a:t>ID (S&amp;P 500) Indexed Performance — A: ID · B: S&amp;P 500 Indexed to 6/14/23 · C: 0.21 · D: S&amp;P 500 close 12/22/25 vs 6/14/23</a:t>
            </a:r>
          </a:p>
          <a:p>
            <a:r>
              <a:rPr lang="en-US" sz="1550"/>
              <a:t>SARO Indexed Performance — A: SARO · B: Indexed to 6/14/23 · C: 0.15 · D: SARO close 12/22/25 vs 6/14/23</a:t>
            </a:r>
          </a:p>
          <a:p>
            <a:r>
              <a:rPr lang="en-US" sz="1550"/>
              <a:t>CAVA Cumulative Volume (shares, all dates) — A: CAVA · B: Total Volume 6/15/23-12/22/25 · C: 1250000000 · D: Light gray bar chart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odeRoom">
  <a:themeElements>
    <a:clrScheme name="NodeRoom">
      <a:dk1>
        <a:srgbClr val="111418"/>
      </a:dk1>
      <a:lt1>
        <a:srgbClr val="FFFFFF"/>
      </a:lt1>
      <a:accent1>
        <a:srgbClr val="E36E4A"/>
      </a:accent1>
    </a:clrScheme>
    <a:fontScheme name="NodeRoom">
      <a:majorFont>
        <a:latin typeface="Arial"/>
      </a:majorFont>
      <a:minorFont>
        <a:latin typeface="Arial"/>
      </a:minorFont>
    </a:fontScheme>
    <a:fmtScheme name="NodeRoom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>
  <Application>NodeRoom</Application>
  <Slides>1</Slides>
</Properties>
</file>

<file path=docProps/core.xml><?xml version="1.0" encoding="utf-8"?>
<cp:coreProperties xmlns:cp="http://schemas.openxmlformats.org/package/2006/metadata/core-properties" xmlns:dc="http://purl.org/dc/elements/1.1/">
  <dc:title>Cava's Share Price Performance Since IPO - BTB btb-68259d37</dc:title>
  <dc:creator>NodeAgent</dc:creator>
</cp:coreProperties>
</file>