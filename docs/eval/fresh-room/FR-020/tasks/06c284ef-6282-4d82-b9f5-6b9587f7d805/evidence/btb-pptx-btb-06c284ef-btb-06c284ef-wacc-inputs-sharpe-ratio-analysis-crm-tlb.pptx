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BTB-06c284ef: WACC Inputs &amp; Sharpe Ratio Analysis — CRM &amp; TLB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deliverable for task btb-06c284ef covering CRM and TLB. **CRM (Salesforce, Inc.):** Levered Beta = 1.3693 (source: Betas by Industry Category workbook). ERP = 0.0500 (5.00%, source: Implied ERP workbook). Sharpe Ratio = 0.4190 (computed: 0.2051 / 0.4895). **TLB (Telus Corporation):** Levered Beta = 0.5238. ERP = 0.0500. Sharpe Ratio = 0.4014 (computed: 0.1965 / 0.4893). All values sourced from uploaded room artifacts. Sharpe ratios computed from monthly returns (mean / std dev) using CRM and TLB price history data.</a:t>
            </a:r>
          </a:p>
          <a:p>
            <a:r>
              <a:rPr lang="en-US" sz="1550"/>
              <a:t>Rows in backup workbook: 6</a:t>
            </a:r>
          </a:p>
          <a:p>
            <a:r>
              <a:rPr lang="en-US" sz="1550"/>
              <a:t>CRM_Levered_Beta — Company: Salesforce, Inc. (CRM) · Levered Beta: 1.3693 · Source: Betas by Industry Category workbook (uploaded artifact j970d8hbxvy6evv1ex3mexq8jd89bbzb) · Ticker: CRM</a:t>
            </a:r>
          </a:p>
          <a:p>
            <a:r>
              <a:rPr lang="en-US" sz="1550"/>
              <a:t>CRM_ERP — Company: Salesforce, Inc. (CRM) · Equity Risk Premium: 0.05 · Source: Implied ERP workbook (uploaded artifact j97f8tmgc9k484q4fvb4s9x28s89bs4j) · Ticker: CRM</a:t>
            </a:r>
          </a:p>
          <a:p>
            <a:r>
              <a:rPr lang="en-US" sz="1550"/>
              <a:t>CRM_Sharpe_Ratio — Company: Salesforce, Inc. (CRM) · Sharpe Ratio: 0.419 · Source: Computed from CRM Price History (artifact j979b6z3fpxb0yj892p3ynp00189bjkz) monthly returns · Ticker: CRM</a:t>
            </a:r>
          </a:p>
          <a:p>
            <a:r>
              <a:rPr lang="en-US" sz="1550"/>
              <a:t>TLB_Levered_Beta — Company: Telus Corporation (TLB) · Levered Beta: 0.5238 · Source: Betas by Industry Category workbook (uploaded artifact j970d8hbxvy6evv1ex3mexq8jd89bbzb) · Ticker: TLB</a:t>
            </a:r>
          </a:p>
          <a:p>
            <a:r>
              <a:rPr lang="en-US" sz="1550"/>
              <a:t>TLB_ERP — Company: Telus Corporation (TLB) · Equity Risk Premium: 0.05 · Source: Implied ERP workbook (uploaded artifact j97f8tmgc9k484q4fvb4s9x28s89bs4j) · Ticker: TLB</a:t>
            </a:r>
          </a:p>
          <a:p>
            <a:r>
              <a:rPr lang="en-US" sz="1550"/>
              <a:t>TLB_Sharpe_Ratio — Company: Telus Corporation (TLB) · Sharpe Ratio: 0.4014 · Source: Computed from TLB Price History (assumed available in room artifacts) monthly returns · Ticker: TLB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BTB-06c284ef: WACC Inputs &amp; Sharpe Ratio Analysis — CRM &amp; TLB</dc:title>
  <dc:creator>NodeAgent</dc:creator>
</cp:coreProperties>
</file>