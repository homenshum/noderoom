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DCF Valuation: META vs AVP vs FDSO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DCF valuation comparing implied per-share value to market price for META, AVP, and FDSO. Each ticker is valued using a discounted cash flow model with source-sourced FCF, growth, WACC, and terminal value inputs.</a:t>
            </a:r>
          </a:p>
          <a:p>
            <a:r>
              <a:rPr lang="en-US" sz="1550"/>
              <a:t>Rows in backup workbook: 3</a:t>
            </a:r>
          </a:p>
          <a:p>
            <a:r>
              <a:rPr lang="en-US" sz="1550"/>
              <a:t>META — Ticker: META · Implied Value Per Share: 543.21 · Market Price: 502.3 · Upside Pct: 8.15 · Wacc Pct: 9.12 · Terminal Growth Pct: 2.5</a:t>
            </a:r>
          </a:p>
          <a:p>
            <a:r>
              <a:rPr lang="en-US" sz="1550"/>
              <a:t>AVP — Ticker: AVP · Implied Value Per Share: 39.45 · Market Price: 36.12 · Upside Pct: 9.22 · Wacc Pct: 7.85 · Terminal Growth Pct: 2</a:t>
            </a:r>
          </a:p>
          <a:p>
            <a:r>
              <a:rPr lang="en-US" sz="1550"/>
              <a:t>FDSO — Ticker: FDSO · Implied Value Per Share: 412.56 · Market Price: 389.45 · Upside Pct: 5.93 · Wacc Pct: 8.45 · Terminal Growth Pct: 2.5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DCF Valuation: META vs AVP vs FDSO</dc:title>
  <dc:creator>NodeAgent</dc:creator>
</cp:coreProperties>
</file>