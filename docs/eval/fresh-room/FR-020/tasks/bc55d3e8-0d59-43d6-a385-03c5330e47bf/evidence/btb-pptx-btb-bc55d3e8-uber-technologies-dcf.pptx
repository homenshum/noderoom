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Uber Technologies DCF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Uber Technologies DCF analysis.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test — Value: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Uber Technologies DCF</dc:title>
  <dc:creator>NodeAgent</dc:creator>
</cp:coreProperties>
</file>