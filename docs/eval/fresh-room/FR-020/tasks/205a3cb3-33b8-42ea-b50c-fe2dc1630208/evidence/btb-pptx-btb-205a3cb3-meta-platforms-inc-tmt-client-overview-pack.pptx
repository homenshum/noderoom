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META Platforms Inc — TMT Client Overview Pack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META Platforms Inc (NASDAQ: META) TMT client overview pack prepared by XYZ Bank investment banking analyst. Data as of Nov 16, 2025 sourced from META SEC filings (2024 10-K, Q3 2025 10-Q), Q3 2025 earnings release, and earnings call transcripts. Pack includes: (1) company overview, (2) financial snapshot, (3) key investment highlights, (4) investment risks &amp; considerations, (5) recent trading. Supporting Excel file contains financial summary table, valuation overview table, and LTM trading chart data.</a:t>
            </a:r>
          </a:p>
          <a:p>
            <a:r>
              <a:rPr lang="en-US" sz="1550"/>
              <a:t>Rows in backup workbook: 14</a:t>
            </a:r>
          </a:p>
          <a:p>
            <a:r>
              <a:rPr lang="en-US" sz="1550"/>
              <a:t>Company Overview — Basic Info — Ticker: META · Exchange: NASDAQ · Company Name: Meta Platforms Inc · Founded: 2004 · Headquarters: Menlo Park CA · Sector: Communication Services</a:t>
            </a:r>
          </a:p>
          <a:p>
            <a:r>
              <a:rPr lang="en-US" sz="1550"/>
              <a:t>Financial Summary — Revenue (FY2022-FY2024 + LTM Q3 2025) — Revenue Fy2022: 116609000000.00 · Revenue Fy2023: 134902000000.00 · Revenue Fy2024: 164501000000.00 · Revenue Ltm Q3 2025: 187280000000.00 · Revenue Growth Fy2023: 15.69 · Revenue Growth Fy2024: 21.94</a:t>
            </a:r>
          </a:p>
          <a:p>
            <a:r>
              <a:rPr lang="en-US" sz="1550"/>
              <a:t>Financial Summary — Net Income (FY2022-FY2024 + LTM Q3 2025) — Net Income Fy2022: 23200000000.00 · Net Income Fy2023: 39098000000.00 · Net Income Fy2024: 62360000000.00 · Net Income Ltm Q3 2025: 69860000000.00 · Net Margin Fy2022: 19.90 · Net Margin Fy2023: 28.98</a:t>
            </a:r>
          </a:p>
          <a:p>
            <a:r>
              <a:rPr lang="en-US" sz="1550"/>
              <a:t>Financial Summary — Operating Income &amp; Margins (FY2022-FY2024 + LTM Q3 2025) — Op Income Fy2022: 23200000000.00 · Op Income Fy2023: 46751000000.00 · Op Income Fy2024: 69380000000.00 · Op Income Ltm Q3 2025: 76170000000.00 · Op Margin Fy2022: 19.90 · Op Margin Fy2023: 34.66</a:t>
            </a:r>
          </a:p>
          <a:p>
            <a:r>
              <a:rPr lang="en-US" sz="1550"/>
              <a:t>Financial Summary — EPS Diluted (FY2022-FY2024 + LTM Q3 2025) — Eps Diluted Fy2022: 8.59 · Eps Diluted Fy2023: 14.45 · Eps Diluted Fy2024: 22.86 · Eps Diluted Ltm Q3 2025: 25.66</a:t>
            </a:r>
          </a:p>
          <a:p>
            <a:r>
              <a:rPr lang="en-US" sz="1550"/>
              <a:t>Financial Summary — Balance Sheet Highlights (FY2024) — Total Assets Fy2024: 276440000000.00 · Total Cash And Securities Fy2024: 77825000000.00 · Total Debt Fy2024: 29950000000.00 · Total Equity Fy2024: 153470000000.00 · Net Cash Fy2024: 47875000000.00</a:t>
            </a:r>
          </a:p>
          <a:p>
            <a:r>
              <a:rPr lang="en-US" sz="1550"/>
              <a:t>Financial Summary — Cash Flow Highlights (FY2024) — Cfo Fy2024: 91887000000.00 · Capex Fy2024: 39436000000.00 · Fcf Fy2024: 52451000000.00 · Fcf Margin Fy2024: 31.88</a:t>
            </a:r>
          </a:p>
          <a:p>
            <a:r>
              <a:rPr lang="en-US" sz="1550"/>
              <a:t>Valuation Overview — Shares Outstanding Mm: 2540.00 · Stock Price Nov14 2025: 574.00 · Market Cap Mm: 1457960.00 · Ev Mm: 1409985.00 · Ev Revenue Ltm: 7.53 · Ev Ebitda Ltm: 16.54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META Platforms Inc — TMT Client Overview Pack</dc:title>
  <dc:creator>NodeAgent</dc:creator>
</cp:coreProperties>
</file>