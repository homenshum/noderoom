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 btb-17d8c86f - 9-Ticker Valuation Analysis Package</a:t>
            </a:r>
          </a:p>
        </p:txBody>
      </p:sp>
      <p:sp>
        <p:nvSpPr>
          <p:cNvPr id="3" name="Text 3"/>
          <p:cNvSpPr txBox="1"/>
          <p:nvPr/>
        </p:nvSpPr>
        <p:spPr>
          <a:xfrm>
            <a:off x="650000" y="1450000"/>
            <a:ext cx="10800000" cy="4700000"/>
          </a:xfrm>
          <a:prstGeom prst="rect">
            <a:avLst/>
          </a:prstGeom>
          <a:noFill/>
        </p:spPr>
        <p:txBody>
          <a:bodyPr wrap="square"/>
          <a:lstStyle/>
          <a:p>
            <a:r>
              <a:rPr lang="en-US" sz="1550"/>
              <a:t>BankerToolBench task btb-17d8c86f. This package covers all 9 requested tickers: CRM, ADBE, MSFT, AMZN, GOOGL, INTC, META, NVDA, ORCL. Analysis uses uploaded VDR source artifacts including income statements, balance sheets, cash flow statements, shares outstanding, price history, revenue estimates, and earnings estimates for each company. Each row presents the most recent annual revenue (TTM) for each company as extracted from the respective Income Statement Annual source workbook.</a:t>
            </a:r>
          </a:p>
          <a:p>
            <a:r>
              <a:rPr lang="en-US" sz="1550"/>
              <a:t>Rows in backup workbook: 9</a:t>
            </a:r>
          </a:p>
          <a:p>
            <a:r>
              <a:rPr lang="en-US" sz="1550"/>
              <a:t>CRM — Ticker: CRM · Revenue Mtm: 34857000000 · Source: CRM-US Income Statement Annual.xlsx</a:t>
            </a:r>
          </a:p>
          <a:p>
            <a:r>
              <a:rPr lang="en-US" sz="1550"/>
              <a:t>ADBE — Ticker: ADBE · Revenue Mtm: 19401000000 · Source: ADBE-US Income Statement Annual.xlsx</a:t>
            </a:r>
          </a:p>
          <a:p>
            <a:r>
              <a:rPr lang="en-US" sz="1550"/>
              <a:t>MSFT — Ticker: MSFT · Revenue Mtm: 245122000000 · Source: MSFT-US Income Statement Annual.xlsx</a:t>
            </a:r>
          </a:p>
          <a:p>
            <a:r>
              <a:rPr lang="en-US" sz="1550"/>
              <a:t>AMZN — Ticker: AMZN · Revenue Mtm: 574785000000 · Source: AMZN-US Income Statement Annual.xlsx</a:t>
            </a:r>
          </a:p>
          <a:p>
            <a:r>
              <a:rPr lang="en-US" sz="1550"/>
              <a:t>GOOGL — Ticker: GOOGL · Revenue Mtm: 307394000000 · Source: GOOGL-US Income Statement Annual.xlsx</a:t>
            </a:r>
          </a:p>
          <a:p>
            <a:r>
              <a:rPr lang="en-US" sz="1550"/>
              <a:t>INTC — Ticker: INTC · Revenue Mtm: 540058000000 · Source: INTC-US Income Statement Annual.xlsx</a:t>
            </a:r>
          </a:p>
          <a:p>
            <a:r>
              <a:rPr lang="en-US" sz="1550"/>
              <a:t>META — Ticker: META · Revenue Mtm: 134902000000 · Source: META-US Income Statement Annual.xlsx</a:t>
            </a:r>
          </a:p>
          <a:p>
            <a:r>
              <a:rPr lang="en-US" sz="1550"/>
              <a:t>NVDA — Ticker: NVDA · Revenue Mtm: 60922000000 · Source: NVDA-US Income Statement Annual.xlsx</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 btb-17d8c86f - 9-Ticker Valuation Analysis Package</dc:title>
  <dc:creator>NodeAgent</dc:creator>
</cp:coreProperties>
</file>