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 4fedc1aa WK J.M Revenue Earnings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 task btb-4fedc1aa deliverable covering WK and J.M revenue and earnings estimates from uploaded source files.</a:t>
            </a:r>
          </a:p>
          <a:p>
            <a:r>
              <a:rPr lang="en-US" sz="1550"/>
              <a:t>Rows in backup workbook: 2</a:t>
            </a:r>
          </a:p>
          <a:p>
            <a:r>
              <a:rPr lang="en-US" sz="1550"/>
              <a:t>WK revenue estimate — Ticker: WK · Value: 0</a:t>
            </a:r>
          </a:p>
          <a:p>
            <a:r>
              <a:rPr lang="en-US" sz="1550"/>
              <a:t>J.M revenue estimate — Ticker: J.M · Value: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 4fedc1aa WK J.M Revenue Earnings Analysis</dc:title>
  <dc:creator>NodeAgent</dc:creator>
</cp:coreProperties>
</file>