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BTB Deliverable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BankerToolBench task btb-6b25d3dc deliverable package</a:t>
            </a:r>
          </a:p>
          <a:p>
            <a:r>
              <a:rPr lang="en-US" sz="1550"/>
              <a:t>Rows in backup workbook: 1</a:t>
            </a:r>
          </a:p>
          <a:p>
            <a:r>
              <a:rPr lang="en-US" sz="1550"/>
              <a:t>ERP — Value: 0.05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BTB Deliverable</dc:title>
  <dc:creator>NodeAgent</dc:creator>
</cp:coreProperties>
</file>