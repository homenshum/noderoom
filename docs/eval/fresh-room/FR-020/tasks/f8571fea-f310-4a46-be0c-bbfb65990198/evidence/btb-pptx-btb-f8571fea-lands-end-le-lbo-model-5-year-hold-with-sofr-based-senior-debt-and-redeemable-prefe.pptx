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Lands' End (LE) LBO Model — 5-Year Hold with SOFR-Based Senior Debt and Redeemable Preferred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LBO model for Lands' End (NASDAQ:LE). Purchase price based on 1/31/2026 share price × shares outstanding × (1 + 20% premium). Debt structure: Senior Debt at 4.0× LTM EBITDA priced at SOFR+500bps with 1.0% upfront fee and 1.0% mandatory amortization; $250mm Redeemable Preferred Equity at 13.5% cash/14.0% PIK toggle with 2.0% upfront fee. 5-year hold with constant entry/exit multiple. Returns waterfall and sensitivity tables included. SOFR curve used for debt pricing.</a:t>
            </a:r>
          </a:p>
          <a:p>
            <a:r>
              <a:rPr lang="en-US" sz="1550"/>
              <a:t>Rows in backup workbook: 48</a:t>
            </a:r>
          </a:p>
          <a:p>
            <a:r>
              <a:rPr lang="en-US" sz="1550"/>
              <a:t>Share Price (1/31/2026) — LE: 19.11 · Source: LE-US Price History.xlsx · Unit: USD per share</a:t>
            </a:r>
          </a:p>
          <a:p>
            <a:r>
              <a:rPr lang="en-US" sz="1550"/>
              <a:t>Diluted Shares Outstanding — LE: 31895052 · Source: LE-US Shares Outstanding.xlsx · Unit: shares</a:t>
            </a:r>
          </a:p>
          <a:p>
            <a:r>
              <a:rPr lang="en-US" sz="1550"/>
              <a:t>Equity Purchase Price — LE: 609536043 · Source: Share Price × Shares Outstanding · Unit: USD</a:t>
            </a:r>
          </a:p>
          <a:p>
            <a:r>
              <a:rPr lang="en-US" sz="1550"/>
              <a:t>Acquisition Premium — Value: 0.2 · Description: 20% premium to 1/31/2026 share price</a:t>
            </a:r>
          </a:p>
          <a:p>
            <a:r>
              <a:rPr lang="en-US" sz="1550"/>
              <a:t>Total Purchase Price (Equity Value at Premium) — LE: 731443251 · Source: Equity Purchase Price × 1.20 · Unit: USD</a:t>
            </a:r>
          </a:p>
          <a:p>
            <a:r>
              <a:rPr lang="en-US" sz="1550"/>
              <a:t>LTM Revenue — LE: 1437000000 · Source: LE-US Income Statement Annual.xlsx · Unit: USD</a:t>
            </a:r>
          </a:p>
          <a:p>
            <a:r>
              <a:rPr lang="en-US" sz="1550"/>
              <a:t>LTM EBITDA — LE: 86200000 · Source: LE-US Income Statement Annual.xlsx · Unit: USD</a:t>
            </a:r>
          </a:p>
          <a:p>
            <a:r>
              <a:rPr lang="en-US" sz="1550"/>
              <a:t>Entry EV/EBITDA Multiple — LE: 12.91 · Source: Total Purchase Price / LTM EBITDA · Unit: 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Lands' End (LE) LBO Model — 5-Year Hold with SOFR-Based Senior Debt and Redeemable Preferred</dc:title>
  <dc:creator>NodeAgent</dc:creator>
</cp:coreProperties>
</file>