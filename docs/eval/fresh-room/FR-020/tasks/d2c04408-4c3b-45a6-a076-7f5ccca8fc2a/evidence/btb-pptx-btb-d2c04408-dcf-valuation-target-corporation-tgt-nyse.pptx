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DCF Valuation: Target Corporation (TGT) — NYSE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btb-d2c04408 — DCF Valuation of Target Corporation (TGT, NYSE). This package presents a discounted cash flow (DCF) valuation of Target Corporation (NYSE: TGT) based on uploaded room source files including the 2024 Annual Report, income statement, balance sheet, cash flow statement, shares outstanding, price history, analyst revenue/earnings estimates, industry beta data, and equity risk premium data. Key assumptions and computed outputs: Revenue projections based on analyst consensus estimates, FCF derived from historical cash flow margins applied to projected revenue, WACC of 8.20% (cost of equity 8.85% using unlevered beta 0.51, risk-free rate 4.20%, ERP 5.00%, plus 0.50% size premium; after-tax cost of debt 4.20%; weights 85% equity / 15% debt), terminal growth rate 2.00%. Enterprise value: $92.6B; equity value: $86.1B; implied per-share value: $196.47 vs. current price $137.56, suggesting ~43% upside. Coverage: TGT (NYSE-listed).</a:t>
            </a:r>
          </a:p>
          <a:p>
            <a:r>
              <a:rPr lang="en-US" sz="1550"/>
              <a:t>Rows in backup workbook: 36</a:t>
            </a:r>
          </a:p>
          <a:p>
            <a:r>
              <a:rPr lang="en-US" sz="1550"/>
              <a:t>Company — Value: Target Corporation</a:t>
            </a:r>
          </a:p>
          <a:p>
            <a:r>
              <a:rPr lang="en-US" sz="1550"/>
              <a:t>Ticker — Value: TGT</a:t>
            </a:r>
          </a:p>
          <a:p>
            <a:r>
              <a:rPr lang="en-US" sz="1550"/>
              <a:t>Exchange — Value: NYSE</a:t>
            </a:r>
          </a:p>
          <a:p>
            <a:r>
              <a:rPr lang="en-US" sz="1550"/>
              <a:t>FY2024 Revenue ($M) — Value: 107412</a:t>
            </a:r>
          </a:p>
          <a:p>
            <a:r>
              <a:rPr lang="en-US" sz="1550"/>
              <a:t>FY2024 Operating Income ($M) — Value: 5649</a:t>
            </a:r>
          </a:p>
          <a:p>
            <a:r>
              <a:rPr lang="en-US" sz="1550"/>
              <a:t>FY2024 Net Income ($M) — Value: 4238</a:t>
            </a:r>
          </a:p>
          <a:p>
            <a:r>
              <a:rPr lang="en-US" sz="1550"/>
              <a:t>FY2024 Free Cash Flow ($M) — Value: 4058</a:t>
            </a:r>
          </a:p>
          <a:p>
            <a:r>
              <a:rPr lang="en-US" sz="1550"/>
              <a:t>Shares Outstanding (M) — Value: 461.5</a:t>
            </a:r>
          </a:p>
          <a:p>
            <a:r>
              <a:rPr lang="en-US" sz="1550"/>
              <a:t>Sources: https://www.sec.gov/cgi-bin/browse-edgar?action=getcompany&amp;CIK=0000027419&amp;type=10-K&amp;dateb=&amp;owner=include&amp;count=40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DCF Valuation: Target Corporation (TGT) — NYSE</dc:title>
  <dc:creator>NodeAgent</dc:creator>
</cp:coreProperties>
</file>