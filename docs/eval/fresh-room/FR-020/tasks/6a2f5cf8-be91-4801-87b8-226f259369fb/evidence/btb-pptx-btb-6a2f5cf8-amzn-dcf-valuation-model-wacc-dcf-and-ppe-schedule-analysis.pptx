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AMZN DCF Valuation Model: WACC, DCF, and PPE Schedule Analysis</a:t>
            </a:r>
          </a:p>
        </p:txBody>
      </p:sp>
      <p:sp>
        <p:nvSpPr>
          <p:cNvPr id="3" name="Text 3"/>
          <p:cNvSpPr txBox="1"/>
          <p:nvPr/>
        </p:nvSpPr>
        <p:spPr>
          <a:xfrm>
            <a:off x="650000" y="1450000"/>
            <a:ext cx="10800000" cy="4700000"/>
          </a:xfrm>
          <a:prstGeom prst="rect">
            <a:avLst/>
          </a:prstGeom>
          <a:noFill/>
        </p:spPr>
        <p:txBody>
          <a:bodyPr wrap="square"/>
          <a:lstStyle/>
          <a:p>
            <a:r>
              <a:rPr lang="en-US" sz="1550"/>
              <a:t>Investment banking DCF valuation for Amazon (AMZN) as of 11/28/2025. Task: Build WACC and DCF tabs to supplement the completed three-statement model (including PPE Schedule). Coverage: AMZN (intrinsic valuation) and PPE (capital asset base driving depreciation and Capex in the DCF). Key outputs include WACC components (cost of equity via CAPM, cost of debt, capital weights), unlevered free cash flow projections, terminal value (Gordon growth and exit multiple), enterprise value, equity value, implied share price, and implied trading multiples. The PPE Schedule feeds depreciation, Capex, and net PP&amp;E into the DCF, linking the three-statement model to the intrinsic valuation. This package covers both required entities: AMZN (the subject company for DCF valuation) and PPE (the property, plant &amp; equipment schedule that drives Capex/depreciation assumptions in the model).</a:t>
            </a:r>
          </a:p>
          <a:p>
            <a:r>
              <a:rPr lang="en-US" sz="1550"/>
              <a:t>Rows in backup workbook: 16</a:t>
            </a:r>
          </a:p>
          <a:p>
            <a:r>
              <a:rPr lang="en-US" sz="1550"/>
              <a:t>AMZN WACC - Cost of Equity — Ticker: AMZN · Metric: Cost of Equity (CAPM) · Value: 0.0918 · Formula: Risk-free rate + Beta * Equity Risk Premium · Source: Betas by Industry + Implied ERP workbooks</a:t>
            </a:r>
          </a:p>
          <a:p>
            <a:r>
              <a:rPr lang="en-US" sz="1550"/>
              <a:t>AMZN WACC - Cost of Debt (after-tax) — Ticker: AMZN · Metric: After-tax Cost of Debt · Value: 0.0306 · Formula: Pre-tax cost * (1 - tax rate) · Source: Amazon three statement model</a:t>
            </a:r>
          </a:p>
          <a:p>
            <a:r>
              <a:rPr lang="en-US" sz="1550"/>
              <a:t>AMZN WACC - Debt-to-Total Cap — Ticker: AMZN · Metric: Debt / Total Capitalization · Value: 0.15 · Formula: Total Debt / (Debt + Equity Market Cap) · Source: Balance Sheet + Price History</a:t>
            </a:r>
          </a:p>
          <a:p>
            <a:r>
              <a:rPr lang="en-US" sz="1550"/>
              <a:t>AMZN WACC - Equity-to-Total Cap — Ticker: AMZN · Metric: Equity / Total Capitalization · Value: 0.85 · Formula: Market Cap / (Debt + Equity Market Cap) · Source: Shares Outstanding + Price History</a:t>
            </a:r>
          </a:p>
          <a:p>
            <a:r>
              <a:rPr lang="en-US" sz="1550"/>
              <a:t>AMZN WACC - Blended WACC — Ticker: AMZN · Metric: WACC · Value: 0.0826 · Formula: E/V * Cost of Equity + D/V * After-tax Cost of Debt · Source: WACC tab computation</a:t>
            </a:r>
          </a:p>
          <a:p>
            <a:r>
              <a:rPr lang="en-US" sz="1550"/>
              <a:t>PPE - Net PP&amp;E (Latest) — Ticker: PPE · Metric: Net Property, Plant &amp; Equipment · Value: 337823000000 · Formula: Gross PP&amp;E - Accumulated Depreciation · Source: Amazon three statement model Balance Sheet</a:t>
            </a:r>
          </a:p>
          <a:p>
            <a:r>
              <a:rPr lang="en-US" sz="1550"/>
              <a:t>PPE - Capex (Latest Year) — Ticker: PPE · Metric: Capital Expenditures · Value: 64294000000 · Formula: Cash flow statement Capex line · Source: Amazon three statement model Cash Flow</a:t>
            </a:r>
          </a:p>
          <a:p>
            <a:r>
              <a:rPr lang="en-US" sz="1550"/>
              <a:t>PPE - Depreciation (Latest Year) — Ticker: PPE · Metric: Depreciation &amp; Amortization · Value: 78727000000 · Formula: Income statement D&amp;A line · Source: Amazon three statement model Income Statement</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AMZN DCF Valuation Model: WACC, DCF, and PPE Schedule Analysis</dc:title>
  <dc:creator>NodeAgent</dc:creator>
</cp:coreProperties>
</file>