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DIS / WBD Acquisition — Accretion/Dilution Model with PPA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DIS acquires WBD in a 50/50 cash-stock deal at 25% premium. PPA includes $10B content library, $4B other intangibles, 10% PP&amp;E step-up. Year 3 standalone DIS EPS is $4.42; pro forma EPS is $4.28, yielding -3.2% accretion/(dilution). DIS contributes 65% of combined revenue and 68% of combined EBITDA. Sensitivity ranges from -8.1% dilution (35% premium, 50% synergies) to +2.3% accretion (15% premium, 100% synergies).</a:t>
            </a:r>
          </a:p>
          <a:p>
            <a:r>
              <a:rPr lang="en-US" sz="1550"/>
              <a:t>Rows in backup workbook: 46</a:t>
            </a:r>
          </a:p>
          <a:p>
            <a:r>
              <a:rPr lang="en-US" sz="1550"/>
              <a:t>DIS — Standalone Revenue Y1 ($B) — Value: 66.8</a:t>
            </a:r>
          </a:p>
          <a:p>
            <a:r>
              <a:rPr lang="en-US" sz="1550"/>
              <a:t>DIS — Standalone Revenue Y2 ($B) — Value: 69.5</a:t>
            </a:r>
          </a:p>
          <a:p>
            <a:r>
              <a:rPr lang="en-US" sz="1550"/>
              <a:t>DIS — Standalone Revenue Y3 ($B) — Value: 72.6</a:t>
            </a:r>
          </a:p>
          <a:p>
            <a:r>
              <a:rPr lang="en-US" sz="1550"/>
              <a:t>DIS — Standalone EBITDA Y3 ($B) — Value: 15.2</a:t>
            </a:r>
          </a:p>
          <a:p>
            <a:r>
              <a:rPr lang="en-US" sz="1550"/>
              <a:t>DIS — Standalone EPS Y3 ($) — Value: 4.42</a:t>
            </a:r>
          </a:p>
          <a:p>
            <a:r>
              <a:rPr lang="en-US" sz="1550"/>
              <a:t>WBD — Standalone Revenue Y1 ($B) — Value: 39.7</a:t>
            </a:r>
          </a:p>
          <a:p>
            <a:r>
              <a:rPr lang="en-US" sz="1550"/>
              <a:t>WBD — Standalone Revenue Y2 ($B) — Value: 40.5</a:t>
            </a:r>
          </a:p>
          <a:p>
            <a:r>
              <a:rPr lang="en-US" sz="1550"/>
              <a:t>WBD — Standalone Revenue Y3 ($B) — Value: 41.5</a:t>
            </a:r>
          </a:p>
          <a:p>
            <a:r>
              <a:rPr lang="en-US" sz="1550"/>
              <a:t>Sources: btb-11e08646-official-task-brief.txt, DIS-US Company Identity.xlsx, DIS-US Income Statement Annual.xlsx, DIS-US Balance Sheet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DIS / WBD Acquisition — Accretion/Dilution Model with PPA</dc:title>
  <dc:creator>NodeAgent</dc:creator>
</cp:coreProperties>
</file>