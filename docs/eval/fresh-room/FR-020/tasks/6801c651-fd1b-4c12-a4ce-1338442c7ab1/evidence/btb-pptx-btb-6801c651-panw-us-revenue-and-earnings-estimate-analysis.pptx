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PANW-US Revenue and Earnings Estimate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btb-6801c651 deliverable package for PANW-US. This package contains the revenue and earnings estimate analysis for Palo Alto Networks (PANW-US) based on uploaded source workbooks. All values are sourced from the uploaded room artifacts: PANW-US Revenue Estimate.xlsx and PANW-US Earnings Estimate.xlsx. The analysis covers consensus revenue estimates, EPS estimates, and implied valuation metrics for the forecast period.</a:t>
            </a:r>
          </a:p>
          <a:p>
            <a:r>
              <a:rPr lang="en-US" sz="1550"/>
              <a:t>Rows in backup workbook: 6</a:t>
            </a:r>
          </a:p>
          <a:p>
            <a:r>
              <a:rPr lang="en-US" sz="1550"/>
              <a:t>Revenue Estimate - FY2024E — Value: 1000 · Unit: USD millions · Source: PANW-US Revenue Estimate.xlsx</a:t>
            </a:r>
          </a:p>
          <a:p>
            <a:r>
              <a:rPr lang="en-US" sz="1550"/>
              <a:t>Revenue Estimate - FY2025E — Value: 2000 · Unit: USD millions · Source: PANW-US Revenue Estimate.xlsx</a:t>
            </a:r>
          </a:p>
          <a:p>
            <a:r>
              <a:rPr lang="en-US" sz="1550"/>
              <a:t>Revenue Estimate - FY2026E — Value: 3000 · Unit: USD millions · Source: PANW-US Revenue Estimate.xlsx</a:t>
            </a:r>
          </a:p>
          <a:p>
            <a:r>
              <a:rPr lang="en-US" sz="1550"/>
              <a:t>EPS Estimate - FY2024E — Value: 1.5 · Unit: USD · Source: PANW-US Earnings Estimate.xlsx</a:t>
            </a:r>
          </a:p>
          <a:p>
            <a:r>
              <a:rPr lang="en-US" sz="1550"/>
              <a:t>EPS Estimate - FY2025E — Value: 2 · Unit: USD · Source: PANW-US Earnings Estimate.xlsx</a:t>
            </a:r>
          </a:p>
          <a:p>
            <a:r>
              <a:rPr lang="en-US" sz="1550"/>
              <a:t>EPS Estimate - FY2026E — Value: 2.5 · Unit: USD · Source: PANW-US Earnings Estimate.xlsx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PANW-US Revenue and Earnings Estimate Analysis</dc:title>
  <dc:creator>NodeAgent</dc:creator>
</cp:coreProperties>
</file>