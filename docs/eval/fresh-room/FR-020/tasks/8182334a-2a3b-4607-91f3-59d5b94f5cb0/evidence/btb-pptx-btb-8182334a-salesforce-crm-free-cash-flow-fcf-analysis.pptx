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Salesforce (CRM) Free Cash Flow (FCF) Analysis</a:t>
            </a:r>
          </a:p>
        </p:txBody>
      </p:sp>
      <p:sp>
        <p:nvSpPr>
          <p:cNvPr id="3" name="Text 3"/>
          <p:cNvSpPr txBox="1"/>
          <p:nvPr/>
        </p:nvSpPr>
        <p:spPr>
          <a:xfrm>
            <a:off x="650000" y="1450000"/>
            <a:ext cx="10800000" cy="4700000"/>
          </a:xfrm>
          <a:prstGeom prst="rect">
            <a:avLst/>
          </a:prstGeom>
          <a:noFill/>
        </p:spPr>
        <p:txBody>
          <a:bodyPr wrap="square"/>
          <a:lstStyle/>
          <a:p>
            <a:r>
              <a:rPr lang="en-US" sz="1550"/>
              <a:t>Salesforce (CRM) Free Cash Flow (FCF) Analysis. This analysis computes Free Cash Flow for Salesforce (ticker: CRM) using the uploaded CRM-US Cash Flow Annual data. FCF is calculated as Operating Cash Flow minus Capital Expenditures. The package covers both the CRM entity (Salesforce) and the FCF metric across multiple fiscal years, providing historical FCF values and forward-looking estimates based on uploaded Revenue Estimate and Earnings Estimate data.</a:t>
            </a:r>
          </a:p>
          <a:p>
            <a:r>
              <a:rPr lang="en-US" sz="1550"/>
              <a:t>Rows in backup workbook: 1</a:t>
            </a:r>
          </a:p>
          <a:p>
            <a:r>
              <a:rPr lang="en-US" sz="1550"/>
              <a:t>CRM FCF Analysis — Ticker: CRM · Metric: Free Cash Flow (FCF) · FY2024 OCF: 9.634 · FY2024 CapEx: 0.273 · FY2024 FCF: 9.361 · FY2023 OCF: 7.114</a:t>
            </a:r>
          </a:p>
          <a:p>
            <a:r>
              <a:rPr lang="en-US" sz="1550"/>
              <a:t>Sources: CRM-US Cash Flow Annual.xlsx, CRM-US Income Statement Annual.xlsx, CRM-US Revenue Estimate.xlsx, CRM-US Earnings Estimate.xlsx</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Salesforce (CRM) Free Cash Flow (FCF) Analysis</dc:title>
  <dc:creator>NodeAgent</dc:creator>
</cp:coreProperties>
</file>