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CRWD-OKTA Merger Model: Pro Forma Valuation with Scenario Analysis (FY2026E-FY2030E)</a:t>
            </a:r>
          </a:p>
        </p:txBody>
      </p:sp>
      <p:sp>
        <p:nvSpPr>
          <p:cNvPr id="3" name="Text 3"/>
          <p:cNvSpPr txBox="1"/>
          <p:nvPr/>
        </p:nvSpPr>
        <p:spPr>
          <a:xfrm>
            <a:off x="650000" y="1450000"/>
            <a:ext cx="10800000" cy="4700000"/>
          </a:xfrm>
          <a:prstGeom prst="rect">
            <a:avLst/>
          </a:prstGeom>
          <a:noFill/>
        </p:spPr>
        <p:txBody>
          <a:bodyPr wrap="square"/>
          <a:lstStyle/>
          <a:p>
            <a:r>
              <a:rPr lang="en-US" sz="1550"/>
              <a:t>Merger model for CrowdStrike Holdings (CRWD) acquisition of Okta (OKTA). The strategic buyer CRWD is evaluated acquiring target OKTA at a 30% premium to the 1/28/26 closing price. The model covers standalone CRWD (income statement, balance sheet, cash flow), standalone OKTA (IS, BS, CF), purchase price allocation (PPA), pro forma combined entity (IS, BS, CF) for FY2026E-FY2030E with Base/Upside/Downside scenarios, sensitivity analysis, debt financing ramp, and deferred revenue write-down. Key outputs: equity purchase price of $7,817M for OKTA, total transaction value of $8,023M including debt assumed, goodwill of $5,284M from PPA, pro forma FY2026E revenue of $5,028M (CRWD $3,976M + OKTA $1,052M), pro forma FY2030E revenue of $11,712M (Base case), WACC of 10.5% (CRWD) and 11.2% (OKTA) using industry betas and implied ERP. Coverage: CRWD standalone (revenue, EBIT, FCF), OKTA standalone (revenue, EBIT, FCF), CRWS (CrowdStrike weighted shares), PPA (goodwill, intangibles, deferred revenue write-down), IS (pro forma income statement), BS (pro forma balance sheet), CF (pro forma cash flow with financing ramp).</a:t>
            </a:r>
          </a:p>
          <a:p>
            <a:r>
              <a:rPr lang="en-US" sz="1550"/>
              <a:t>Rows in backup workbook: 49</a:t>
            </a:r>
          </a:p>
          <a:p>
            <a:r>
              <a:rPr lang="en-US" sz="1550"/>
              <a:t>CRWD_Standalone_Revenue_FY2025A — Ticker: CRWD · Metric: Standalone Revenue FY2025A · Value: 3967 · Unit: USD millions · Source: CRWD-US Income Statement Annual</a:t>
            </a:r>
          </a:p>
          <a:p>
            <a:r>
              <a:rPr lang="en-US" sz="1550"/>
              <a:t>CRWD_Standalone_Revenue_FY2026E — Ticker: CRWD · Metric: Standalone Revenue FY2026E · Value: 5269 · Unit: USD millions · Source: CRWD-US Revenue Estimate</a:t>
            </a:r>
          </a:p>
          <a:p>
            <a:r>
              <a:rPr lang="en-US" sz="1550"/>
              <a:t>CRWD_Standalone_Revenue_FY2030E — Ticker: CRWD · Metric: Standalone Revenue FY2030E · Value: 11342 · Unit: USD millions · Source: CRWD-US Revenue Estimate</a:t>
            </a:r>
          </a:p>
          <a:p>
            <a:r>
              <a:rPr lang="en-US" sz="1550"/>
              <a:t>CRWD_Standalone_EBIT_FY2025A — Ticker: CRWD · Metric: Standalone EBIT FY2025A · Value: 428 · Unit: USD millions · Source: CRWD-US Income Statement Annual</a:t>
            </a:r>
          </a:p>
          <a:p>
            <a:r>
              <a:rPr lang="en-US" sz="1550"/>
              <a:t>CRWD_Standalone_FCF_FY2025A — Ticker: CRWD · Metric: Standalone FCF FY2025A · Value: 854 · Unit: USD millions · Source: CRWD-US Cash Flow Annual</a:t>
            </a:r>
          </a:p>
          <a:p>
            <a:r>
              <a:rPr lang="en-US" sz="1550"/>
              <a:t>CRWD_Shares_Outstanding — Ticker: CRWD · Metric: Diluted Shares Outstanding · Value: 243.5 · Unit: millions · Source: CRWD-US Shares Outstanding</a:t>
            </a:r>
          </a:p>
          <a:p>
            <a:r>
              <a:rPr lang="en-US" sz="1550"/>
              <a:t>CRWD_Closing_Price_1_28_26 — Ticker: CRWD · Metric: Closing Price 1/28/26 · Value: 385.42 · Unit: USD · Source: CRWD-US Price History</a:t>
            </a:r>
          </a:p>
          <a:p>
            <a:r>
              <a:rPr lang="en-US" sz="1550"/>
              <a:t>CRWD_Market_Cap — Ticker: CRWD · Metric: Market Capitalization · Value: 93849 · Unit: USD millions · Source: Computed: price x shares</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CRWD-OKTA Merger Model: Pro Forma Valuation with Scenario Analysis (FY2026E-FY2030E)</dc:title>
  <dc:creator>NodeAgent</dc:creator>
</cp:coreProperties>
</file>