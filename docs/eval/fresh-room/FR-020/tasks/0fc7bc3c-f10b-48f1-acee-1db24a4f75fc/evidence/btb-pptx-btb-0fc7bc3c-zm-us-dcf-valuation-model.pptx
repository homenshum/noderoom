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ZM-US DCF Valuation Model</a:t>
            </a:r>
          </a:p>
        </p:txBody>
      </p:sp>
      <p:sp>
        <p:nvSpPr>
          <p:cNvPr id="3" name="Text 3"/>
          <p:cNvSpPr txBox="1"/>
          <p:nvPr/>
        </p:nvSpPr>
        <p:spPr>
          <a:xfrm>
            <a:off x="650000" y="1450000"/>
            <a:ext cx="10800000" cy="4700000"/>
          </a:xfrm>
          <a:prstGeom prst="rect">
            <a:avLst/>
          </a:prstGeom>
          <a:noFill/>
        </p:spPr>
        <p:txBody>
          <a:bodyPr wrap="square"/>
          <a:lstStyle/>
          <a:p>
            <a:r>
              <a:rPr lang="en-US" sz="1550"/>
              <a:t>Performed a DCF valuation for Zoom Communications (ZM-US) using uploaded consensus revenue and earnings estimates, historical financials, and market data. Computed free cash flow projections, discounted at a WACC derived from industry betas and implied ERP, and estimated a per-share intrinsic value. Key inputs: revenue forecasts from ZM-US Revenue Estimate, EPS from ZM-US Earnings Estimate, balance sheet and cash flow data for FCF and capital structure, shares outstanding, and price history for market cap. The valuation model projects FCF over the explicit forecast horizon, applies a terminal value using a conservative perpetuity growth rate, and discounts all cash flows to present value.</a:t>
            </a:r>
          </a:p>
          <a:p>
            <a:r>
              <a:rPr lang="en-US" sz="1550"/>
              <a:t>Rows in backup workbook: 26</a:t>
            </a:r>
          </a:p>
          <a:p>
            <a:r>
              <a:rPr lang="en-US" sz="1550"/>
              <a:t>Revenue Projection FY1 (Consensus) — Value: 4815 · Unit: USD millions · Source: ZM-US Revenue Estimate.xlsx</a:t>
            </a:r>
          </a:p>
          <a:p>
            <a:r>
              <a:rPr lang="en-US" sz="1550"/>
              <a:t>Revenue Projection FY2 (Consensus) — Value: 5056 · Unit: USD millions · Source: ZM-US Revenue Estimate.xlsx</a:t>
            </a:r>
          </a:p>
          <a:p>
            <a:r>
              <a:rPr lang="en-US" sz="1550"/>
              <a:t>Revenue Projection FY3 (Consensus) — Value: 5309 · Unit: USD millions · Source: ZM-US Revenue Estimate.xlsx</a:t>
            </a:r>
          </a:p>
          <a:p>
            <a:r>
              <a:rPr lang="en-US" sz="1550"/>
              <a:t>EPS Estimate FY1 (Consensus) — Value: 5.12 · Unit: USD · Source: ZM-US Earnings Estimate.xlsx</a:t>
            </a:r>
          </a:p>
          <a:p>
            <a:r>
              <a:rPr lang="en-US" sz="1550"/>
              <a:t>EPS Estimate FY2 (Consensus) — Value: 5.48 · Unit: USD · Source: ZM-US Earnings Estimate.xlsx</a:t>
            </a:r>
          </a:p>
          <a:p>
            <a:r>
              <a:rPr lang="en-US" sz="1550"/>
              <a:t>EPS Estimate FY3 (Consensus) — Value: 5.87 · Unit: USD · Source: ZM-US Earnings Estimate.xlsx</a:t>
            </a:r>
          </a:p>
          <a:p>
            <a:r>
              <a:rPr lang="en-US" sz="1550"/>
              <a:t>Industry Beta (Technology-Software) — Value: 1.05 · Source: betas_by_industry_category_for_WACC.xlsx</a:t>
            </a:r>
          </a:p>
          <a:p>
            <a:r>
              <a:rPr lang="en-US" sz="1550"/>
              <a:t>Implied Equity Risk Premium — Value: 0.045 · Source: Equity_Risk_Premium_for_WACC.xlsx</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ZM-US DCF Valuation Model</dc:title>
  <dc:creator>NodeAgent</dc:creator>
</cp:coreProperties>
</file>