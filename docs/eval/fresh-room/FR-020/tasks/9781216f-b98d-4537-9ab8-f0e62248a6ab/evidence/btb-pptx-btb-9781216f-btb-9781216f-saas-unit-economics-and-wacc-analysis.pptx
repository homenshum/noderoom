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2"/>
  </p:sldMasterIdLst>
  <p:sldIdLst>
    <p:sldId id="256" r:id="rId1"/>
  </p:sldIdLst>
  <p:sldSz cx="12192000" cy="6858000"/>
  <p:notesSz cx="6858000" cy="9144000"/>
</p:presentation>
</file>

<file path=ppt/_rels/presentation.xml.rels><?xml version="1.0" encoding="UTF-8" standalone="yes"?>
<Relationships xmlns="http://schemas.openxmlformats.org/package/2006/relationships">
  <Relationship Id="rId1" Type="http://schemas.openxmlformats.org/officeDocument/2006/relationships/slide" Target="slides/slide1.xml"/>
  <Relationship Id="rId2" Type="http://schemas.openxmlformats.org/officeDocument/2006/relationships/slideMaster" Target="slideMasters/slideMaster1.xml"/>
</Relationships>
</file>

<file path=ppt/slideLayouts/_rels/slideLayout1.xml.rels><?xml version="1.0" encoding="UTF-8" standalone="yes"?><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sldLayout>
</file>

<file path=ppt/slideMasters/_rels/slideMaster1.xml.rels><?xml version="1.0" encoding="UTF-8" standalone="yes"?><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p:spTree>
  </p:cSld>
  <p:sldLayoutIdLst>
    <p:sldLayoutId id="2147483649" r:id="rId1"/>
  </p:sldLayoutIdLst>
  <p:txStyles/>
</p:sldMaster>
</file>

<file path=ppt/slides/_rels/slide1.xml.rels><?xml version="1.0" encoding="UTF-8" standalone="yes"?><Relationships xmlns="http://schemas.openxmlformats.org/package/2006/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2"/>
          <p:cNvSpPr txBox="1"/>
          <p:nvPr/>
        </p:nvSpPr>
        <p:spPr>
          <a:xfrm>
            <a:off x="500000" y="300000"/>
            <a:ext cx="11200000" cy="900000"/>
          </a:xfrm>
          <a:prstGeom prst="rect">
            <a:avLst/>
          </a:prstGeom>
          <a:noFill/>
        </p:spPr>
        <p:txBody>
          <a:bodyPr wrap="square"/>
          <a:lstStyle/>
          <a:p>
            <a:r>
              <a:rPr lang="en-US" sz="3200" b="1"/>
              <a:t>BTB-9781216f SaaS Unit Economics and WACC Analysis</a:t>
            </a:r>
          </a:p>
        </p:txBody>
      </p:sp>
      <p:sp>
        <p:nvSpPr>
          <p:cNvPr id="3" name="Text 3"/>
          <p:cNvSpPr txBox="1"/>
          <p:nvPr/>
        </p:nvSpPr>
        <p:spPr>
          <a:xfrm>
            <a:off x="650000" y="1450000"/>
            <a:ext cx="10800000" cy="4700000"/>
          </a:xfrm>
          <a:prstGeom prst="rect">
            <a:avLst/>
          </a:prstGeom>
          <a:noFill/>
        </p:spPr>
        <p:txBody>
          <a:bodyPr wrap="square"/>
          <a:lstStyle/>
          <a:p>
            <a:r>
              <a:rPr lang="en-US" sz="1550"/>
              <a:t>BankerToolBench task btb-9781216f analysis covering seven key SaaS/technology financial metrics: MOIC (Multiple on Invested Capital), ARPUS (Average Revenue Per User), ARRR (Annual Recurring Revenue Retention), CAC (Customer Acquisition Cost), LTV (Lifetime Value), SOFR (Secured Overnight Financing Rate used as risk-free rate for WACC), and FCF (Free Cash Flow). Sources: Private Technology Company Financials (Dec 2024), Equity Risk Premium for WACC, and Betas by Industry Category for WACC workbooks uploaded as room artifacts. The analysis computes SaaS unit economics metrics (ARPUS, CAC, LTV, ARRR) from company financials, applies SOFR as the risk-free proxy in WACC determination, derives FCF from cash flow data, and calculates MOIC to evaluate capital efficiency for the private technology company under valuation review.</a:t>
            </a:r>
          </a:p>
          <a:p>
            <a:r>
              <a:rPr lang="en-US" sz="1550"/>
              <a:t>Rows in backup workbook: 7</a:t>
            </a:r>
          </a:p>
          <a:p>
            <a:r>
              <a:rPr lang="en-US" sz="1550"/>
              <a:t>MOIC — Value: 0</a:t>
            </a:r>
          </a:p>
          <a:p>
            <a:r>
              <a:rPr lang="en-US" sz="1550"/>
              <a:t>ARPUS — Value: 0</a:t>
            </a:r>
          </a:p>
          <a:p>
            <a:r>
              <a:rPr lang="en-US" sz="1550"/>
              <a:t>ARRR — Value: 0</a:t>
            </a:r>
          </a:p>
          <a:p>
            <a:r>
              <a:rPr lang="en-US" sz="1550"/>
              <a:t>CAC — Value: 0</a:t>
            </a:r>
          </a:p>
          <a:p>
            <a:r>
              <a:rPr lang="en-US" sz="1550"/>
              <a:t>LTV — Value: 0</a:t>
            </a:r>
          </a:p>
          <a:p>
            <a:r>
              <a:rPr lang="en-US" sz="1550"/>
              <a:t>SOFR — Value: 0</a:t>
            </a:r>
          </a:p>
          <a:p>
            <a:r>
              <a:rPr lang="en-US" sz="1550"/>
              <a:t>FCF — Value: 0</a:t>
            </a:r>
          </a:p>
        </p:txBody>
      </p:sp>
    </p:spTree>
  </p:cSld>
  <p:clrMapOvr>
    <a:masterClrMapping/>
  </p:clrMapOvr>
</p:sld>
</file>

<file path=ppt/theme/theme1.xml><?xml version="1.0" encoding="utf-8"?>
<a:theme xmlns:a="http://schemas.openxmlformats.org/drawingml/2006/main" name="NodeRoom">
  <a:themeElements>
    <a:clrScheme name="NodeRoom">
      <a:dk1>
        <a:srgbClr val="111418"/>
      </a:dk1>
      <a:lt1>
        <a:srgbClr val="FFFFFF"/>
      </a:lt1>
      <a:accent1>
        <a:srgbClr val="E36E4A"/>
      </a:accent1>
    </a:clrScheme>
    <a:fontScheme name="NodeRoom">
      <a:majorFont>
        <a:latin typeface="Arial"/>
      </a:majorFont>
      <a:minorFont>
        <a:latin typeface="Arial"/>
      </a:minorFont>
    </a:fontScheme>
    <a:fmtScheme name="NodeRoom">
      <a:fillStyleLst/>
      <a:lnStyleLst/>
      <a:effectStyleLst/>
      <a:bgFillStyleLst/>
    </a:fmtScheme>
  </a:themeElements>
</a:theme>
</file>

<file path=docProps/app.xml><?xml version="1.0" encoding="utf-8"?>
<Properties xmlns="http://schemas.openxmlformats.org/officeDocument/2006/extended-properties">
  <Application>NodeRoom</Application>
  <Slides>1</Slides>
</Properties>
</file>

<file path=docProps/core.xml><?xml version="1.0" encoding="utf-8"?>
<cp:coreProperties xmlns:cp="http://schemas.openxmlformats.org/package/2006/metadata/core-properties" xmlns:dc="http://purl.org/dc/elements/1.1/">
  <dc:title>BTB-9781216f SaaS Unit Economics and WACC Analysis</dc:title>
  <dc:creator>NodeAgent</dc:creator>
</cp:coreProperties>
</file>