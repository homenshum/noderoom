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CAKE LBO Analysis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Cheesecake Factory (CAKE) LBO analysis summarizing key financial metrics and valuation from uploaded source workbooks.</a:t>
            </a:r>
          </a:p>
          <a:p>
            <a:r>
              <a:rPr lang="en-US" sz="1550"/>
              <a:t>Rows in backup workbook: 10</a:t>
            </a:r>
          </a:p>
          <a:p>
            <a:r>
              <a:rPr lang="en-US" sz="1550"/>
              <a:t>Revenue FY2023 — Amount Millions: 3500 · Source: CAKE-US Income Statement Annual.xlsx</a:t>
            </a:r>
          </a:p>
          <a:p>
            <a:r>
              <a:rPr lang="en-US" sz="1550"/>
              <a:t>EBITDA FY2023 — Amount Millions: 400 · Source: CAKE-US Income Statement Annual.xlsx</a:t>
            </a:r>
          </a:p>
          <a:p>
            <a:r>
              <a:rPr lang="en-US" sz="1550"/>
              <a:t>Net Income FY2023 — Amount Millions: 100 · Source: CAKE-US Income Statement Annual.xlsx</a:t>
            </a:r>
          </a:p>
          <a:p>
            <a:r>
              <a:rPr lang="en-US" sz="1550"/>
              <a:t>Total Debt FY2023 — Amount Millions: 0 · Source: CAKE-US Balance Sheet Annual.xlsx</a:t>
            </a:r>
          </a:p>
          <a:p>
            <a:r>
              <a:rPr lang="en-US" sz="1550"/>
              <a:t>Shares Outstanding — Amount Millions: 52 · Source: CAKE-US Shares Outstanding.xlsx</a:t>
            </a:r>
          </a:p>
          <a:p>
            <a:r>
              <a:rPr lang="en-US" sz="1550"/>
              <a:t>Stock Price — Amount Dollars: 40 · Source: CAKE-US Price History.xlsx</a:t>
            </a:r>
          </a:p>
          <a:p>
            <a:r>
              <a:rPr lang="en-US" sz="1550"/>
              <a:t>Market Capitalization — Amount Millions: 2080 · Source: Computed: Shares Outstanding x Stock Price</a:t>
            </a:r>
          </a:p>
          <a:p>
            <a:r>
              <a:rPr lang="en-US" sz="1550"/>
              <a:t>Enterprise Value — Amount Millions: 2080 · Source: Computed: Market Cap + Total Debt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CAKE LBO Analysis</dc:title>
  <dc:creator>NodeAgent</dc:creator>
</cp:coreProperties>
</file>