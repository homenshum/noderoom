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WACC Analysis — btb-42449f25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BTB task btb-42449f25 — WACC calculation using uploaded industry beta and equity risk premium source files. Rows contain computed WACC components and final WACC values.</a:t>
            </a:r>
          </a:p>
          <a:p>
            <a:r>
              <a:rPr lang="en-US" sz="1550"/>
              <a:t>Rows in backup workbook: 1</a:t>
            </a:r>
          </a:p>
          <a:p>
            <a:r>
              <a:rPr lang="en-US" sz="1550"/>
              <a:t>Risk-Free Rate — Value: 0.0425 · Unit: decimal · Source: task brief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WACC Analysis — btb-42449f25</dc:title>
  <dc:creator>NodeAgent</dc:creator>
</cp:coreProperties>
</file>