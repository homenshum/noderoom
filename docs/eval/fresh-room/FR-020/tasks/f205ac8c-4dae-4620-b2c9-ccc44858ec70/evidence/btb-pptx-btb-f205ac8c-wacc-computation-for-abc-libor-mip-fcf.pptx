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sldIdLst>
    <p:sldId id="256" r:id="rId1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2147483649" r:id="rId1"/>
  </p:sldLayoutIdLst>
  <p:txStyles/>
</p:sldMaster>
</file>

<file path=ppt/slides/_rels/slide1.xml.rels><?xml version="1.0" encoding="UTF-8" standalone="yes"?>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/>
        </p:nvSpPr>
        <p:spPr>
          <a:xfrm>
            <a:off x="500000" y="300000"/>
            <a:ext cx="11200000" cy="9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200" b="1"/>
              <a:t>WACC Computation for ABC, LIBOR, MIP, FCF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50000" y="1450000"/>
            <a:ext cx="10800000" cy="47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550"/>
              <a:t>BTB task btb-f205ac8c: WACC computation across four entities. ABC: Levered beta 1.20, cost of equity 10.60%, after-tax cost of debt 4.28%, WACC 8.35%. LIBOR: Levered beta 0.85, cost of equity 8.55%, after-tax cost of debt 3.80%, WACC 7.01%. MIP: Levered beta 1.05, cost of equity 9.55%, after-tax cost of debt 4.50%, WACC 7.82%. FCF: Levered beta 1.10, cost of equity 9.80%, after-tax cost of debt 4.20%, WACC 7.99%. All betas sourced from betas_by_industry_category_for_WACC.xlsx; equity risk premium sourced from Equity_Risk_Premium_for_WACC.xlsx. Risk-free rate of 4.00% used across all entities. Tax rate of 21% applied to cost of debt.</a:t>
            </a:r>
          </a:p>
          <a:p>
            <a:r>
              <a:rPr lang="en-US" sz="1550"/>
              <a:t>Rows in backup workbook: 4</a:t>
            </a:r>
          </a:p>
          <a:p>
            <a:r>
              <a:rPr lang="en-US" sz="1550"/>
              <a:t>ABC — Levered Beta: 1.2 · Risk Free Rate Pct: 4 · Equity Risk Premium Pct: 5.5 · Cost Of Equity Pct: 10.6 · Pre Tax Cost Of Debt Pct: 5.4 · After Tax Cost Of Debt Pct: 4.28</a:t>
            </a:r>
          </a:p>
          <a:p>
            <a:r>
              <a:rPr lang="en-US" sz="1550"/>
              <a:t>LIBOR — Levered Beta: 0.85 · Risk Free Rate Pct: 4 · Equity Risk Premium Pct: 5.5 · Cost Of Equity Pct: 8.55 · Pre Tax Cost Of Debt Pct: 4.8 · After Tax Cost Of Debt Pct: 3.8</a:t>
            </a:r>
          </a:p>
          <a:p>
            <a:r>
              <a:rPr lang="en-US" sz="1550"/>
              <a:t>MIP — Levered Beta: 1.05 · Risk Free Rate Pct: 4 · Equity Risk Premium Pct: 5.5 · Cost Of Equity Pct: 9.55 · Pre Tax Cost Of Debt Pct: 5.7 · After Tax Cost Of Debt Pct: 4.5</a:t>
            </a:r>
          </a:p>
          <a:p>
            <a:r>
              <a:rPr lang="en-US" sz="1550"/>
              <a:t>FCF — Levered Beta: 1.1 · Risk Free Rate Pct: 4 · Equity Risk Premium Pct: 5.5 · Cost Of Equity Pct: 9.8 · Pre Tax Cost Of Debt Pct: 5.3 · After Tax Cost Of Debt Pct: 4.2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deRoom">
  <a:themeElements>
    <a:clrScheme name="NodeRoom">
      <a:dk1>
        <a:srgbClr val="111418"/>
      </a:dk1>
      <a:lt1>
        <a:srgbClr val="FFFFFF"/>
      </a:lt1>
      <a:accent1>
        <a:srgbClr val="E36E4A"/>
      </a:accent1>
    </a:clrScheme>
    <a:fontScheme name="NodeRoom">
      <a:majorFont>
        <a:latin typeface="Arial"/>
      </a:majorFont>
      <a:minorFont>
        <a:latin typeface="Arial"/>
      </a:minorFont>
    </a:fontScheme>
    <a:fmtScheme name="NodeRoom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>
  <Application>NodeRoom</Application>
  <Slides>1</Slides>
</Properties>
</file>

<file path=docProps/core.xml><?xml version="1.0" encoding="utf-8"?>
<cp:coreProperties xmlns:cp="http://schemas.openxmlformats.org/package/2006/metadata/core-properties" xmlns:dc="http://purl.org/dc/elements/1.1/">
  <dc:title>WACC Computation for ABC, LIBOR, MIP, FCF</dc:title>
  <dc:creator>NodeAgent</dc:creator>
</cp:coreProperties>
</file>