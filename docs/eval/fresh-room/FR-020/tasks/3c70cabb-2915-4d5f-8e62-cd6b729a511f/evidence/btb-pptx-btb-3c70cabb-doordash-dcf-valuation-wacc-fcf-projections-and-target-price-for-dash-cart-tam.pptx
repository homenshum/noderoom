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DoorDash DCF Valuation — WACC, FCF Projections, and Target Price for DASH, CART, TAM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This package presents a comprehensive DCF valuation of DoorDash (DASH) using the WACC method, with comparable company benchmarking against Instacart (CART) and total addressable market (TAM) sizing. The analysis covers three requested entities: DASH (primary valuation target), CART (comparable company for beta/risk benchmarking and relative valuation), and TAM (market size analysis for DoorDash's addressable market). Key outputs include: (1) WACC calculation incorporating risk-free rate, equity risk premium, levered beta, and cost of debt; (2) Free cash flow projections for FY2025-FY2030 based on consensus revenue/earnings estimates and historical margin trends; (3) Terminal value using Gordon growth model; (4) Enterprise value and equity value derivation; (5) Target price per share based on shares outstanding; (6) Comparable analysis vs CART and TAM context. All financial inputs sourced from uploaded room artifacts including DASH/CART annual income statements, balance sheets, cash flow statements, shares outstanding, price history, revenue/earnings estimates, betas by industry, and equity risk premium data.</a:t>
            </a:r>
          </a:p>
          <a:p>
            <a:r>
              <a:rPr lang="en-US" sz="1550"/>
              <a:t>Rows in backup workbook: 45</a:t>
            </a:r>
          </a:p>
          <a:p>
            <a:r>
              <a:rPr lang="en-US" sz="1550"/>
              <a:t>DASH — Risk-Free Rate (10Y UST) — Value: 0.0425 · Unit: decimal · Source: Equity_Risk_Premium_for_WACC.xlsx</a:t>
            </a:r>
          </a:p>
          <a:p>
            <a:r>
              <a:rPr lang="en-US" sz="1550"/>
              <a:t>DASH — Equity Risk Premium — Value: 0.055 · Unit: decimal · Source: Equity_Risk_Premium_for_WACC.xlsx</a:t>
            </a:r>
          </a:p>
          <a:p>
            <a:r>
              <a:rPr lang="en-US" sz="1550"/>
              <a:t>DASH — Levered Beta (Industry: Online Food Delivery) — Value: 1.35 · Unit: beta · Source: betas_by_industry_category_for_WACC.xlsx</a:t>
            </a:r>
          </a:p>
          <a:p>
            <a:r>
              <a:rPr lang="en-US" sz="1550"/>
              <a:t>DASH — Cost of Equity (CAPM) — Value: 0.1169 · Unit: decimal · Calc: Rf + Beta * ERP = 0.0425 + 1.35 * 0.055</a:t>
            </a:r>
          </a:p>
          <a:p>
            <a:r>
              <a:rPr lang="en-US" sz="1550"/>
              <a:t>DASH — Cost of Debt (Pre-tax) — Value: 0.065 · Unit: decimal · Source: DASH 2024 10K debt disclosures</a:t>
            </a:r>
          </a:p>
          <a:p>
            <a:r>
              <a:rPr lang="en-US" sz="1550"/>
              <a:t>DASH — Effective Tax Rate — Value: 0.21 · Unit: decimal · Source: DASH 2024 10K</a:t>
            </a:r>
          </a:p>
          <a:p>
            <a:r>
              <a:rPr lang="en-US" sz="1550"/>
              <a:t>DASH — After-Tax Cost of Debt — Value: 0.0514 · Unit: decimal · Calc: Cost of Debt * (1 - Tax Rate) = 0.065 * (1 - 0.21)</a:t>
            </a:r>
          </a:p>
          <a:p>
            <a:r>
              <a:rPr lang="en-US" sz="1550"/>
              <a:t>DASH — Market Cap Weight (Equity) — Value: 0.85 · Unit: decimal · Source: DASH market cap vs total cap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DoorDash DCF Valuation — WACC, FCF Projections, and Target Price for DASH, CART, TAM</dc:title>
  <dc:creator>NodeAgent</dc:creator>
</cp:coreProperties>
</file>