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Alphabet Inc. (GOOGL) – DCF Sum-of-the-Parts Valuation as of 12/31/2025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Full SOTP DCF valuation of Alphabet built on FY2022-FY2024 10-K and Q1-Q3 2025 10-Q filings. Operating model projects FY2025E-FY2030E for Google Services (margin 30%, growth glide path = prior-year growth less 0.5pp p.a.), Google Cloud (margin 20%, growth = prior-year less 2pp p.a.), and Other Bets (margin -200%, 5% steady-state growth). WACC built from US 10Y risk-free rate (4.4%), Damodaran equity risk premium (4.3%), Alphabet beta (1.08), pre-tax cost of debt (4.0%), target D/(D+E) of 10%. 23% Capex/Revenue for FY2025E-FY2026E normalizing to 18% by FY2030E. Terminal growth 2%. SOTP sums segment EVs to derive equity value, net cash, implied share price versus market.</a:t>
            </a:r>
          </a:p>
          <a:p>
            <a:r>
              <a:rPr lang="en-US" sz="1550"/>
              <a:t>Rows in backup workbook: 95</a:t>
            </a:r>
          </a:p>
          <a:p>
            <a:r>
              <a:rPr lang="en-US" sz="1550"/>
              <a:t>FY2024: Google Services Revenue (USD mm) — Value: 307355 · Status: final · Confidence: 0.95 · Unit: USD mm</a:t>
            </a:r>
          </a:p>
          <a:p>
            <a:r>
              <a:rPr lang="en-US" sz="1550"/>
              <a:t>FY2024: Google Cloud Revenue (USD mm) — Value: 37400 · Status: final · Confidence: 0.95 · Unit: USD mm</a:t>
            </a:r>
          </a:p>
          <a:p>
            <a:r>
              <a:rPr lang="en-US" sz="1550"/>
              <a:t>FY2024: Other Bets Revenue (USD mm) — Value: 1400 · Status: final · Confidence: 0.95 · Unit: USD mm</a:t>
            </a:r>
          </a:p>
          <a:p>
            <a:r>
              <a:rPr lang="en-US" sz="1550"/>
              <a:t>FY2024: Total Revenue (USD mm) — Value: 346155 · Status: final · Confidence: 0.95 · Unit: USD mm</a:t>
            </a:r>
          </a:p>
          <a:p>
            <a:r>
              <a:rPr lang="en-US" sz="1550"/>
              <a:t>FY2024: Google Services Operating Income (USD mm) — Value: 104819 · Status: final · Confidence: 0.95 · Unit: USD mm</a:t>
            </a:r>
          </a:p>
          <a:p>
            <a:r>
              <a:rPr lang="en-US" sz="1550"/>
              <a:t>FY2024: Google Cloud Operating Income (USD mm) — Value: 5219 · Status: final · Confidence: 0.95 · Unit: USD mm</a:t>
            </a:r>
          </a:p>
          <a:p>
            <a:r>
              <a:rPr lang="en-US" sz="1550"/>
              <a:t>FY2024: Other Bets Operating Income (USD mm) — Value: -4665 · Status: final · Confidence: 0.95 · Unit: USD mm</a:t>
            </a:r>
          </a:p>
          <a:p>
            <a:r>
              <a:rPr lang="en-US" sz="1550"/>
              <a:t>FY2024: Total Operating Income (USD mm) — Value: 112580 · Status: final · Confidence: 0.95 · Unit: USD mm</a:t>
            </a:r>
          </a:p>
          <a:p>
            <a:r>
              <a:rPr lang="en-US" sz="1550"/>
              <a:t>Sources: https://www.sec.gov/cgi-bin/browse-edgar?action=getcompany&amp;CIK=1652044&amp;type=10-K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Alphabet Inc. (GOOGL) – DCF Sum-of-the-Parts Valuation as of 12/31/2025</dc:title>
  <dc:creator>NodeAgent</dc:creator>
</cp:coreProperties>
</file>