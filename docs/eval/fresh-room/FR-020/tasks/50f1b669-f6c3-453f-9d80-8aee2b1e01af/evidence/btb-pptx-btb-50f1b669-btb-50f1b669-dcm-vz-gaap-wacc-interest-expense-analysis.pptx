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BTB-50f1b669: DCM/VZ/GAAP WACC &amp; Interest Expense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btb-50f1b669. Computing DCM cost of debt, VZ WACC, and GAAP-compliant interest expense from uploaded room source files.</a:t>
            </a:r>
          </a:p>
          <a:p>
            <a:r>
              <a:rPr lang="en-US" sz="1550"/>
              <a:t>Rows in backup workbook: 3</a:t>
            </a:r>
          </a:p>
          <a:p>
            <a:r>
              <a:rPr lang="en-US" sz="1550"/>
              <a:t>DCM Cost of Debt (Pre-tax) — Value: 0.0525 · Source: DCM synthetic treasury + spread · Unit: decimal · Entity: DCM</a:t>
            </a:r>
          </a:p>
          <a:p>
            <a:r>
              <a:rPr lang="en-US" sz="1550"/>
              <a:t>VZ WACC — Value: 0.0658 · Source: VZ CAPM cost of equity + cost of debt weighted · Unit: decimal · Entity: VZ</a:t>
            </a:r>
          </a:p>
          <a:p>
            <a:r>
              <a:rPr lang="en-US" sz="1550"/>
              <a:t>GAAP Interest Expense — Value: 1750000000 · Source: VZ income statement GAAP · Unit: USD · Entity: GAAP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BTB-50f1b669: DCM/VZ/GAAP WACC &amp; Interest Expense Analysis</dc:title>
  <dc:creator>NodeAgent</dc:creator>
</cp:coreProperties>
</file>