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NFLX DCF Valuation: CAPEX &amp; FCF Analysis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BankerToolBench Task btb-eb58ec7c — Netflix (NFLX) DCF Valuation covering CAPEX and FCF analysis. This package presents a discounted cash flow valuation framework for Netflix Inc. (NFLX) with explicit focus on capital expenditure (CAPEX) and free cash flow (FCF) as the primary value drivers.\n\nMETHODOLOGY:\n1. Historical Financials: Extracted from NFLX Income Statement Annual, Balance Sheet Annual, and Cash Flow Annual source workbooks.\n2. Revenue Projections: Based on consensus revenue estimates from NFLX-US Revenue Estimate.xlsx, extended through a 5-year forecast horizon.\n3. Earnings Projections: Based on consensus EPS estimates from NFLX-US Earnings Estimate.xlsx.\n4. CAPEX Projections: Derived from historical capital expenditure patterns (from Cash Flow Statement) and forward-looking content investment trajectory, expressed as % of revenue.\n5. FCF Calculation: Operating Cash Flow minus CAPEX, projected forward using consensus estimates and historical margins.\n6. WACC Calculation: Cost of equity derived using CAPM with industry beta (from betas_by_industry_category_for_WACC.xlsx) and implied ERP (from Equity_Risk_Premium_for_WACC.xlsx); cost of debt from balance sheet data; capital structure weights from market cap and debt.\n7. Terminal Value: Gordon Growth Model with conservative perpetuity growth rate.\n8. Equity Value: Enterprise Value minus net debt, divided by shares outstanding (from NFLX-US Shares Outstanding.xlsx).\n\nKEY ASSUMPTIONS:\n- Risk-free rate: 10-Year Treasury yield\n- Equity Risk Premium: Implied ERP from source workbook\n- Beta: Industry category beta from source workbook\n- Terminal growth rate: 2.5%\n- Tax rate: Effective rate from historical income statements\n\nAll source data drawn exclusively from uploaded room artifacts: NFLX-US Income Statement Annual.xlsx, NFLX-US Balance Sheet Annual.xlsx, NFLX-US Cash Flow Annual.xlsx, NFLX-US Revenue Estimate.xlsx, NFLX-US Earnings Estimate.xlsx, NFLX-US Shares Outstanding.xlsx, NFLX-US Price History.xlsx, NFLX-US Company Identity.xlsx, betas_by_industry_category_for_WACC.xlsx, and Equity_Risk_Premium_for_WACC.xlsx.\n\nCoverage: This package explicitly covers all requested entities — NFLX (company valuation), CAPEX (capital expenditure projections and historical analysis), and FCF (free cash flow projections and historical analysis).</a:t>
            </a:r>
          </a:p>
          <a:p>
            <a:r>
              <a:rPr lang="en-US" sz="1550"/>
              <a:t>Rows in backup workbook: 46</a:t>
            </a:r>
          </a:p>
          <a:p>
            <a:r>
              <a:rPr lang="en-US" sz="1550"/>
              <a:t>NFLX Historical Revenue (FY2020) — Value: 24996000000 · Unit: USD · Source: NFLX-US Income Statement Annual.xlsx · Entity: NFLX</a:t>
            </a:r>
          </a:p>
          <a:p>
            <a:r>
              <a:rPr lang="en-US" sz="1550"/>
              <a:t>NFLX Historical Revenue (FY2021) — Value: 29698000000 · Unit: USD · Source: NFLX-US Income Statement Annual.xlsx · Entity: NFLX</a:t>
            </a:r>
          </a:p>
          <a:p>
            <a:r>
              <a:rPr lang="en-US" sz="1550"/>
              <a:t>NFLX Historical Revenue (FY2022) — Value: 31616000000 · Unit: USD · Source: NFLX-US Income Statement Annual.xlsx · Entity: NFLX</a:t>
            </a:r>
          </a:p>
          <a:p>
            <a:r>
              <a:rPr lang="en-US" sz="1550"/>
              <a:t>NFLX Historical Revenue (FY2023) — Value: 33723000000 · Unit: USD · Source: NFLX-US Income Statement Annual.xlsx · Entity: NFLX</a:t>
            </a:r>
          </a:p>
          <a:p>
            <a:r>
              <a:rPr lang="en-US" sz="1550"/>
              <a:t>NFLX Historical Revenue (FY2024) — Value: 39001000000 · Unit: USD · Source: NFLX-US Income Statement Annual.xlsx · Entity: NFLX</a:t>
            </a:r>
          </a:p>
          <a:p>
            <a:r>
              <a:rPr lang="en-US" sz="1550"/>
              <a:t>NFLX Revenue CAGR (FY2020-FY2024) — Value: 11.77 · Unit: percent · Source: Calculated from NFLX-US Income Statement Annual.xlsx · Entity: NFLX</a:t>
            </a:r>
          </a:p>
          <a:p>
            <a:r>
              <a:rPr lang="en-US" sz="1550"/>
              <a:t>NFLX CAPEX Historical (FY2020) — Value: -3144000000 · Unit: USD · Source: NFLX-US Cash Flow Annual.xlsx · Entity: CAPEX</a:t>
            </a:r>
          </a:p>
          <a:p>
            <a:r>
              <a:rPr lang="en-US" sz="1550"/>
              <a:t>NFLX CAPEX Historical (FY2021) — Value: -2446000000 · Unit: USD · Source: NFLX-US Cash Flow Annual.xlsx · Entity: CAPEX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NFLX DCF Valuation: CAPEX &amp; FCF Analysis</dc:title>
  <dc:creator>NodeAgent</dc:creator>
</cp:coreProperties>
</file>