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2"/>
  </p:sldMasterIdLst>
  <p:sldIdLst>
    <p:sldId id="256" r:id="rId1"/>
  </p:sldIdLst>
  <p:sldSz cx="12192000" cy="6858000"/>
  <p:notesSz cx="6858000" cy="9144000"/>
</p:presentation>
</file>

<file path=ppt/_rels/presentation.xml.rels><?xml version="1.0" encoding="UTF-8" standalone="yes"?>
<Relationships xmlns="http://schemas.openxmlformats.org/package/2006/relationships">
  <Relationship Id="rId1" Type="http://schemas.openxmlformats.org/officeDocument/2006/relationships/slide" Target="slides/slide1.xml"/>
  <Relationship Id="rId2" Type="http://schemas.openxmlformats.org/officeDocument/2006/relationships/slideMaster" Target="slideMasters/slideMaster1.xml"/>
</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p:spTree>
  </p:cSld>
  <p:sldLayoutIdLst>
    <p:sldLayoutId id="2147483649" r:id="rId1"/>
  </p:sldLayoutIdLst>
  <p:txStyles/>
</p:sldMaster>
</file>

<file path=ppt/slides/_rels/slide1.xml.rels><?xml version="1.0" encoding="UTF-8" standalone="yes"?><Relationships xmlns="http://schemas.openxmlformats.org/package/2006/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2"/>
          <p:cNvSpPr txBox="1"/>
          <p:nvPr/>
        </p:nvSpPr>
        <p:spPr>
          <a:xfrm>
            <a:off x="500000" y="300000"/>
            <a:ext cx="11200000" cy="900000"/>
          </a:xfrm>
          <a:prstGeom prst="rect">
            <a:avLst/>
          </a:prstGeom>
          <a:noFill/>
        </p:spPr>
        <p:txBody>
          <a:bodyPr wrap="square"/>
          <a:lstStyle/>
          <a:p>
            <a:r>
              <a:rPr lang="en-US" sz="3200" b="1"/>
              <a:t>COVID-19 Impact Analysis: BKNG, EXPE, ABNB — Revenue, Net Income, and Net Margin (NM) Assessment</a:t>
            </a:r>
          </a:p>
        </p:txBody>
      </p:sp>
      <p:sp>
        <p:nvSpPr>
          <p:cNvPr id="3" name="Text 3"/>
          <p:cNvSpPr txBox="1"/>
          <p:nvPr/>
        </p:nvSpPr>
        <p:spPr>
          <a:xfrm>
            <a:off x="650000" y="1450000"/>
            <a:ext cx="10800000" cy="4700000"/>
          </a:xfrm>
          <a:prstGeom prst="rect">
            <a:avLst/>
          </a:prstGeom>
          <a:noFill/>
        </p:spPr>
        <p:txBody>
          <a:bodyPr wrap="square"/>
          <a:lstStyle/>
          <a:p>
            <a:r>
              <a:rPr lang="en-US" sz="1550"/>
              <a:t>COVID-19 Impact Analysis on Online Travel Platforms: BKNG, EXPE, ABNB. This package analyzes the financial impact of the COVID-19 pandemic on three major online travel and booking companies: Booking Holdings (BKNG), Expedia Group (EXPE), and Airbnb (ABNB). The analysis covers revenue decline, net income deterioration, and recovery trajectories through the COVID period (2019-2021). BKNG saw revenue decline approximately 55% from 2019 to 2020, EXPE experienced approximately 57% revenue decline, and ABNB showed greater resilience with approximately 30% decline. The COVID pandemic disproportionately impacted the travel sector, with all three companies showing significant revenue contraction in 2020 followed by partial recovery in 2021. Net Margin (NM) analysis shows BKNG maintaining slight profitability during COVID (NM ~0.9% in 2020 vs ~32.4% in 2019), EXPE turning to a net loss (NM ~-50.0% in 2020), and ABNB returning to profitability in 2021 (NM ~10.8%) after losses during COVID. The NM metric is used as a key profitability indicator across the COVID period. WACC analysis supports valuation context, with industry betas and equity risk premium sourced from uploaded reference files.</a:t>
            </a:r>
          </a:p>
          <a:p>
            <a:r>
              <a:rPr lang="en-US" sz="1550"/>
              <a:t>Rows in backup workbook: 38</a:t>
            </a:r>
          </a:p>
          <a:p>
            <a:r>
              <a:rPr lang="en-US" sz="1550"/>
              <a:t>BKNG Revenue 2019 (Pre-COVID) — Entity: BKNG · Metric: Revenue · Year: 2019 · Value Usd Millions: 15113 · Period: pre-COVID · Currency: USD</a:t>
            </a:r>
          </a:p>
          <a:p>
            <a:r>
              <a:rPr lang="en-US" sz="1550"/>
              <a:t>BKNG Revenue 2020 (COVID Impact) — Entity: BKNG · Metric: Revenue · Year: 2020 · Value Usd Millions: 6801 · Period: COVID · Currency: USD</a:t>
            </a:r>
          </a:p>
          <a:p>
            <a:r>
              <a:rPr lang="en-US" sz="1550"/>
              <a:t>BKNG Revenue 2021 (Recovery) — Entity: BKNG · Metric: Revenue · Year: 2021 · Value Usd Millions: 10998 · Period: post-COVID recovery · Currency: USD</a:t>
            </a:r>
          </a:p>
          <a:p>
            <a:r>
              <a:rPr lang="en-US" sz="1550"/>
              <a:t>BKNG Net Income 2019 — Entity: BKNG · Metric: Net Income · Year: 2019 · Value Usd Millions: 4896 · Currency: USD</a:t>
            </a:r>
          </a:p>
          <a:p>
            <a:r>
              <a:rPr lang="en-US" sz="1550"/>
              <a:t>BKNG Net Income 2020 (COVID) — Entity: BKNG · Metric: Net Income · Year: 2020 · Value Usd Millions: 59 · Currency: USD · Yoy Change Pct: -98.8</a:t>
            </a:r>
          </a:p>
          <a:p>
            <a:r>
              <a:rPr lang="en-US" sz="1550"/>
              <a:t>BKNG Net Income 2021 — Entity: BKNG · Metric: Net Income · Year: 2021 · Value Usd Millions: 1216 · Currency: USD · Yoy Change Pct: 1961</a:t>
            </a:r>
          </a:p>
          <a:p>
            <a:r>
              <a:rPr lang="en-US" sz="1550"/>
              <a:t>BKNG Net Margin (NM) 2019 — Entity: BKNG · Metric: Net Margin (NM) · Year: 2019 · Value Pct: 32.4 · Currency: USD</a:t>
            </a:r>
          </a:p>
          <a:p>
            <a:r>
              <a:rPr lang="en-US" sz="1550"/>
              <a:t>BKNG Net Margin (NM) 2020 (COVID) — Entity: BKNG · Metric: Net Margin (NM) · Year: 2020 · Value Pct: 0.87 · Currency: USD</a:t>
            </a:r>
          </a:p>
        </p:txBody>
      </p:sp>
    </p:spTree>
  </p:cSld>
  <p:clrMapOvr>
    <a:masterClrMapping/>
  </p:clrMapOvr>
</p:sld>
</file>

<file path=ppt/theme/theme1.xml><?xml version="1.0" encoding="utf-8"?>
<a:theme xmlns:a="http://schemas.openxmlformats.org/drawingml/2006/main" name="NodeRoom">
  <a:themeElements>
    <a:clrScheme name="NodeRoom">
      <a:dk1>
        <a:srgbClr val="111418"/>
      </a:dk1>
      <a:lt1>
        <a:srgbClr val="FFFFFF"/>
      </a:lt1>
      <a:accent1>
        <a:srgbClr val="E36E4A"/>
      </a:accent1>
    </a:clrScheme>
    <a:fontScheme name="NodeRoom">
      <a:majorFont>
        <a:latin typeface="Arial"/>
      </a:majorFont>
      <a:minorFont>
        <a:latin typeface="Arial"/>
      </a:minorFont>
    </a:fontScheme>
    <a:fmtScheme name="NodeRoom">
      <a:fillStyleLst/>
      <a:lnStyleLst/>
      <a:effectStyleLst/>
      <a:bgFillStyleLst/>
    </a:fmtScheme>
  </a:themeElements>
</a:theme>
</file>

<file path=docProps/app.xml><?xml version="1.0" encoding="utf-8"?>
<Properties xmlns="http://schemas.openxmlformats.org/officeDocument/2006/extended-properties">
  <Application>NodeRoom</Application>
  <Slides>1</Slides>
</Properties>
</file>

<file path=docProps/core.xml><?xml version="1.0" encoding="utf-8"?>
<cp:coreProperties xmlns:cp="http://schemas.openxmlformats.org/package/2006/metadata/core-properties" xmlns:dc="http://purl.org/dc/elements/1.1/">
  <dc:title>COVID-19 Impact Analysis: BKNG, EXPE, ABNB — Revenue, Net Income, and Net Margin (NM) Assessment</dc:title>
  <dc:creator>NodeAgent</dc:creator>
</cp:coreProperties>
</file>