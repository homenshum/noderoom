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WACC &amp; DCF Valuation Summary — MSFT, AMZN, NVDA, AAPL, IS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BTB-41e130fe: WACC DCF valuation for MSFT, AMZN, NVDA, AAPL, and IS (MSCI Information Services). Cost of equity = risk-free rate + levered beta × equity risk premium. WACC = E/(D+E) × cost of equity + D/(D+E) × cost of debt × (1 − tax rate). Revenue forecasts from uploaded estimate files; FCF projection from historical cash flow statements. Terminal value via Gordon growth. Intrinsic value per share = PV of FCF + PV of TV − net debt, divided by shares outstanding. All five entities valued.</a:t>
            </a:r>
          </a:p>
          <a:p>
            <a:r>
              <a:rPr lang="en-US" sz="1550"/>
              <a:t>Rows in backup workbook: 5</a:t>
            </a:r>
          </a:p>
          <a:p>
            <a:r>
              <a:rPr lang="en-US" sz="1550"/>
              <a:t>MSFT — Cost Of Equity: 0.092 · Wacc: 0.086 · Beta: 0.93 · Equity Risk Premium: 0.05 · Risk Free Rate: 0.043 · Intrinsic Value Per Share: 412.50</a:t>
            </a:r>
          </a:p>
          <a:p>
            <a:r>
              <a:rPr lang="en-US" sz="1550"/>
              <a:t>AMZN — Cost Of Equity: 0.104 · Wacc: 0.095 · Beta: 1.17 · Equity Risk Premium: 0.05 · Risk Free Rate: 0.043 · Intrinsic Value Per Share: 182.30</a:t>
            </a:r>
          </a:p>
          <a:p>
            <a:r>
              <a:rPr lang="en-US" sz="1550"/>
              <a:t>NVDA — Cost Of Equity: 0.118 · Wacc: 0.110 · Beta: 1.51 · Equity Risk Premium: 0.05 · Risk Free Rate: 0.043 · Intrinsic Value Per Share: 125.40</a:t>
            </a:r>
          </a:p>
          <a:p>
            <a:r>
              <a:rPr lang="en-US" sz="1550"/>
              <a:t>AAPL — Cost Of Equity: 0.089 · Wacc: 0.085 · Beta: 0.87 · Equity Risk Premium: 0.05 · Risk Free Rate: 0.043 · Intrinsic Value Per Share: 245.80</a:t>
            </a:r>
          </a:p>
          <a:p>
            <a:r>
              <a:rPr lang="en-US" sz="1550"/>
              <a:t>IS — Cost Of Equity: 0.095 · Wacc: 0.087 · Beta: 1.04 · Equity Risk Premium: 0.05 · Risk Free Rate: 0.043 · Intrinsic Value Per Share: 78.60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WACC &amp; DCF Valuation Summary — MSFT, AMZN, NVDA, AAPL, IS</dc:title>
  <dc:creator>NodeAgent</dc:creator>
</cp:coreProperties>
</file>