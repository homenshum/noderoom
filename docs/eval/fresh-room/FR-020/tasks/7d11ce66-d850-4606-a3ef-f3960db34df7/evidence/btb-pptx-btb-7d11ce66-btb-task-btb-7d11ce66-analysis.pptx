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BTB Task btb-7d11ce66 Analysis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test3</a:t>
            </a:r>
          </a:p>
          <a:p>
            <a:r>
              <a:rPr lang="en-US" sz="1550"/>
              <a:t>Rows in backup workbook: 2</a:t>
            </a:r>
          </a:p>
          <a:p>
            <a:r>
              <a:rPr lang="en-US" sz="1550"/>
              <a:t>GAAP — V: 1</a:t>
            </a:r>
          </a:p>
          <a:p>
            <a:r>
              <a:rPr lang="en-US" sz="1550"/>
              <a:t>DDOG — V: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BTB Task btb-7d11ce66 Analysis</dc:title>
  <dc:creator>NodeAgent</dc:creator>
</cp:coreProperties>
</file>