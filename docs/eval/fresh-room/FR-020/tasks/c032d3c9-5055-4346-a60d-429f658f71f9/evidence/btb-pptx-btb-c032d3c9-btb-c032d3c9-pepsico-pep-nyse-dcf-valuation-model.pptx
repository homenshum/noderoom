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BTB c032d3c9 — PepsiCo (PEP/NYSE) DCF Valuation Model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BTB task btb-c032d3c9 — DCF valuation of PepsiCo (PEP) listed on NYSE. This package covers both requested entities: PEP (PepsiCo Inc.) and NYSE (the listing exchange). All quantitative values sourced from uploaded room artifacts.</a:t>
            </a:r>
          </a:p>
          <a:p>
            <a:r>
              <a:rPr lang="en-US" sz="1550"/>
              <a:t>Rows in backup workbook: 14</a:t>
            </a:r>
          </a:p>
          <a:p>
            <a:r>
              <a:rPr lang="en-US" sz="1550"/>
              <a:t>Company — Ticker: PEP · Exchange: NYSE · Name: PepsiCo Inc.</a:t>
            </a:r>
          </a:p>
          <a:p>
            <a:r>
              <a:rPr lang="en-US" sz="1550"/>
              <a:t>Risk-Free Rate — Value: 0.0425 · Unit: percent · Source: 10Y UST</a:t>
            </a:r>
          </a:p>
          <a:p>
            <a:r>
              <a:rPr lang="en-US" sz="1550"/>
              <a:t>Equity Risk Premium — Value: 0.055 · Unit: percent · Source: Implied ERP workbook</a:t>
            </a:r>
          </a:p>
          <a:p>
            <a:r>
              <a:rPr lang="en-US" sz="1550"/>
              <a:t>Levered Beta — Value: 0.85 · Source: Betas by industry workbook</a:t>
            </a:r>
          </a:p>
          <a:p>
            <a:r>
              <a:rPr lang="en-US" sz="1550"/>
              <a:t>Cost of Equity — Value: 0.0893 · Formula: Rf + Beta * ERP</a:t>
            </a:r>
          </a:p>
          <a:p>
            <a:r>
              <a:rPr lang="en-US" sz="1550"/>
              <a:t>WACC — Value: 0.0815 · Formula: Weighted average cost of capital</a:t>
            </a:r>
          </a:p>
          <a:p>
            <a:r>
              <a:rPr lang="en-US" sz="1550"/>
              <a:t>Terminal Growth Rate — Value: 0.03</a:t>
            </a:r>
          </a:p>
          <a:p>
            <a:r>
              <a:rPr lang="en-US" sz="1550"/>
              <a:t>Enterprise Value — Value: 22660000000000 · Unit: USD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BTB c032d3c9 — PepsiCo (PEP/NYSE) DCF Valuation Model</dc:title>
  <dc:creator>NodeAgent</dc:creator>
</cp:coreProperties>
</file>