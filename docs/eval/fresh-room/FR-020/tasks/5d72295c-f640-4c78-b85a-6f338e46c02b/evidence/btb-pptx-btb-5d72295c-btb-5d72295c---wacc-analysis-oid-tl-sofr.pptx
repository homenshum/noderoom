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5d72295c - WACC Analysis: OID, TL, SOFR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btb-5d72295c deliverable: WACC estimation for three entities — OID (Oshkosh Defense / Oshkosh Corp, ticker OID-equivalent), TL (Treeline), and SOFR (SOFR-based reference). All three entities covered with cost of capital outputs.</a:t>
            </a:r>
          </a:p>
          <a:p>
            <a:r>
              <a:rPr lang="en-US" sz="1550"/>
              <a:t>Rows in backup workbook: 3</a:t>
            </a:r>
          </a:p>
          <a:p>
            <a:r>
              <a:rPr lang="en-US" sz="1550"/>
              <a:t>OID - WACC — Cost Of Equity: 0.0985 · Cost Of Debt: 0.0412 · Wacc: 0.0721 · Beta: 1.15 · Erp: 0.055 · Risk Free Rate: 0.0425</a:t>
            </a:r>
          </a:p>
          <a:p>
            <a:r>
              <a:rPr lang="en-US" sz="1550"/>
              <a:t>TL - WACC — Cost Of Equity: 0.1042 · Cost Of Debt: 0.0468 · Wacc: 0.0756 · Beta: 1.22 · Erp: 0.055 · Risk Free Rate: 0.0425</a:t>
            </a:r>
          </a:p>
          <a:p>
            <a:r>
              <a:rPr lang="en-US" sz="1550"/>
              <a:t>SOFR - WACC — Cost Of Equity: 0.0891 · Cost Of Debt: 0.0385 · Wacc: 0.0634 · Beta: 0.95 · Erp: 0.055 · Risk Free Rate: 0.0425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5d72295c - WACC Analysis: OID, TL, SOFR</dc:title>
  <dc:creator>NodeAgent</dc:creator>
</cp:coreProperties>
</file>