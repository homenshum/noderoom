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BTB-433c9e48: WACC &amp; Valuation Analysis — ABC, NYSE, CAKE</a:t>
            </a:r>
          </a:p>
        </p:txBody>
      </p:sp>
      <p:sp>
        <p:nvSpPr>
          <p:cNvPr id="3" name="Text 3"/>
          <p:cNvSpPr txBox="1"/>
          <p:nvPr/>
        </p:nvSpPr>
        <p:spPr>
          <a:xfrm>
            <a:off x="650000" y="1450000"/>
            <a:ext cx="10800000" cy="4700000"/>
          </a:xfrm>
          <a:prstGeom prst="rect">
            <a:avLst/>
          </a:prstGeom>
          <a:noFill/>
        </p:spPr>
        <p:txBody>
          <a:bodyPr wrap="square"/>
          <a:lstStyle/>
          <a:p>
            <a:r>
              <a:rPr lang="en-US" sz="1550"/>
              <a:t>This deliverable package covers the BankerToolBench task btb-433c9e48, performing a WACC and valuation analysis across three required entities: ABC (industry beta reference), NYSE (market equity risk premium reference), and CAKE (The Cheesecake Factory, the target company). The analysis leverages uploaded source artifacts including CAKE-US financial statements (income statement, balance sheet, cash flow), shares outstanding, price history, revenue and earnings estimates, industry betas for WACC, and implied equity risk premium data. Key computed outputs include the cost of equity, cost of debt, WACC, and implied enterprise value for CAKE, with ABC providing the industry-category beta input and NYSE providing the equity risk premium input. All quantitative values are sourced from the uploaded room artifacts listed in sourceArtifactIds.</a:t>
            </a:r>
          </a:p>
          <a:p>
            <a:r>
              <a:rPr lang="en-US" sz="1550"/>
              <a:t>Rows in backup workbook: 11</a:t>
            </a:r>
          </a:p>
          <a:p>
            <a:r>
              <a:rPr lang="en-US" sz="1550"/>
              <a:t>CAKE_Revenue_Latest_FY — Ticker: CAKE · Metric: Revenue (Latest FY) · Value: 3485000000 · Unit: USD · Source Artifact: j978r8dvrz6aa9e3zbdxdmybph89cjyr</a:t>
            </a:r>
          </a:p>
          <a:p>
            <a:r>
              <a:rPr lang="en-US" sz="1550"/>
              <a:t>CAKE_Total_Debt — Ticker: CAKE · Metric: Total Debt · Value: 465000000 · Unit: USD · Source Artifact: j9790mt232ph9hz6d5ebh6h92589dgh2</a:t>
            </a:r>
          </a:p>
          <a:p>
            <a:r>
              <a:rPr lang="en-US" sz="1550"/>
              <a:t>CAKE_Shares_Outstanding — Ticker: CAKE · Metric: Shares Outstanding · Value: 51000000 · Unit: shares · Source Artifact: j9794eqwspydx9p6bnehewmdad89d14f</a:t>
            </a:r>
          </a:p>
          <a:p>
            <a:r>
              <a:rPr lang="en-US" sz="1550"/>
              <a:t>CAKE_Stock_Price — Ticker: CAKE · Metric: Latest Stock Price · Value: 38.5 · Unit: USD/share · Source Artifact: j97bjt38zhmq082r41bec3pzh189cvfr</a:t>
            </a:r>
          </a:p>
          <a:p>
            <a:r>
              <a:rPr lang="en-US" sz="1550"/>
              <a:t>CAKE_Market_Cap — Ticker: CAKE · Metric: Market Capitalization · Value: 1963500000 · Unit: USD · Source Artifact: j97bjt38zhmq082r41bec3pzh189cvfr</a:t>
            </a:r>
          </a:p>
          <a:p>
            <a:r>
              <a:rPr lang="en-US" sz="1550"/>
              <a:t>ABC_Industry_Beta — Ticker: ABC · Metric: Industry Category Beta (Unlevered) · Value: 1.12 · Source Artifact: j9725mfb4jfnwm2a76hr7w83qd89cv9e</a:t>
            </a:r>
          </a:p>
          <a:p>
            <a:r>
              <a:rPr lang="en-US" sz="1550"/>
              <a:t>NYSE_Implied_ERP — Ticker: NYSE · Metric: Implied Equity Risk Premium · Value: 0.0432 · Source Artifact: j97acfvk1qbe8srgntn8hyrwq989c3f1</a:t>
            </a:r>
          </a:p>
          <a:p>
            <a:r>
              <a:rPr lang="en-US" sz="1550"/>
              <a:t>CAKE_Cost_of_Equity — Ticker: CAKE · Metric: Cost of Equity (CAPM) · Value: 0.0848 · Source Artifact: j9725mfb4jfnwm2a76hr7w83qd89cv9e</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BTB-433c9e48: WACC &amp; Valuation Analysis — ABC, NYSE, CAKE</dc:title>
  <dc:creator>NodeAgent</dc:creator>
</cp:coreProperties>
</file>