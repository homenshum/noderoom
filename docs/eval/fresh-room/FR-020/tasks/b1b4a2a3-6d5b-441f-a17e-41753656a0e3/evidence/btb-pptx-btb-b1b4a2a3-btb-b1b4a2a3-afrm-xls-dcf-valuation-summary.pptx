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 b1b4a2a3 — AFRM &amp; XLS DCF Valuation Summary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 task btb-b1b4a2a3 — DCF valuation comparison for AFRM and XLS. Revenue growth, net income, and shares outstanding sourced from uploaded room artifacts.</a:t>
            </a:r>
          </a:p>
          <a:p>
            <a:r>
              <a:rPr lang="en-US" sz="1550"/>
              <a:t>Rows in backup workbook: 6</a:t>
            </a:r>
          </a:p>
          <a:p>
            <a:r>
              <a:rPr lang="en-US" sz="1550"/>
              <a:t>AFRM Revenue 2023 — Ticker: AFRM · Value: 1000000000</a:t>
            </a:r>
          </a:p>
          <a:p>
            <a:r>
              <a:rPr lang="en-US" sz="1550"/>
              <a:t>AFRM Net Income 2023 — Ticker: AFRM · Value: -500000000</a:t>
            </a:r>
          </a:p>
          <a:p>
            <a:r>
              <a:rPr lang="en-US" sz="1550"/>
              <a:t>AFRM Shares Outstanding — Ticker: AFRM · Value: 300000000</a:t>
            </a:r>
          </a:p>
          <a:p>
            <a:r>
              <a:rPr lang="en-US" sz="1550"/>
              <a:t>XLS Revenue 2023 — Ticker: XLS · Value: 2000000000</a:t>
            </a:r>
          </a:p>
          <a:p>
            <a:r>
              <a:rPr lang="en-US" sz="1550"/>
              <a:t>XLS Net Income 2023 — Ticker: XLS · Value: 500000000</a:t>
            </a:r>
          </a:p>
          <a:p>
            <a:r>
              <a:rPr lang="en-US" sz="1550"/>
              <a:t>XLS Shares Outstanding — Ticker: XLS · Value: 200000000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 b1b4a2a3 — AFRM &amp; XLS DCF Valuation Summary</dc:title>
  <dc:creator>NodeAgent</dc:creator>
</cp:coreProperties>
</file>