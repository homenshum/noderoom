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Adobe LBO Analysis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LBO analysis for Adobe acquisition.</a:t>
            </a:r>
          </a:p>
          <a:p>
            <a:r>
              <a:rPr lang="en-US" sz="1550"/>
              <a:t>Rows in backup workbook: 1</a:t>
            </a:r>
          </a:p>
          <a:p>
            <a:r>
              <a:rPr lang="en-US" sz="1550"/>
              <a:t>test — Value: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Adobe LBO Analysis</dc:title>
  <dc:creator>NodeAgent</dc:creator>
</cp:coreProperties>
</file>