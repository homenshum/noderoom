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DCF Analysis: LVS vs REGAL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BTB-707cba99 DCF analysis. Computed WACC, enterprise value, equity value, and implied share price for LVS and REGAL using uploaded financial statements, betas, ERP, shares outstanding, and price history.</a:t>
            </a:r>
          </a:p>
          <a:p>
            <a:r>
              <a:rPr lang="en-US" sz="1550"/>
              <a:t>Rows in backup workbook: 2</a:t>
            </a:r>
          </a:p>
          <a:p>
            <a:r>
              <a:rPr lang="en-US" sz="1550"/>
              <a:t>LVS Beta — Value: 1.45</a:t>
            </a:r>
          </a:p>
          <a:p>
            <a:r>
              <a:rPr lang="en-US" sz="1550"/>
              <a:t>REGAL Beta — Value: 1.2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DCF Analysis: LVS vs REGAL</dc:title>
  <dc:creator>NodeAgent</dc:creator>
</cp:coreProperties>
</file>