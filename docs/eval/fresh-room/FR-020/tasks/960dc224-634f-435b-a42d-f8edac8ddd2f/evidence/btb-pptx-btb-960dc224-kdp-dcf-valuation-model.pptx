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2"/>
  </p:sldMasterIdLst>
  <p:sldIdLst>
    <p:sldId id="256" r:id="rId1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Master" Target="slideMasters/slideMaster1.xml"/>
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sldLayoutIdLst>
    <p:sldLayoutId id="2147483649" r:id="rId1"/>
  </p:sldLayoutIdLst>
  <p:txStyles/>
</p:sldMaster>
</file>

<file path=ppt/slides/_rels/slide1.xml.rels><?xml version="1.0" encoding="UTF-8" standalone="yes"?><Relationships xmlns="http://schemas.openxmlformats.org/package/2006/relationships"/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2"/>
          <p:cNvSpPr txBox="1"/>
          <p:nvPr/>
        </p:nvSpPr>
        <p:spPr>
          <a:xfrm>
            <a:off x="500000" y="300000"/>
            <a:ext cx="11200000" cy="9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3200" b="1"/>
              <a:t>KDP DCF Valuation Model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650000" y="1450000"/>
            <a:ext cx="10800000" cy="47000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en-US" sz="1550"/>
              <a:t>DCF model for Keurig Dr Pepper (KDP). All data sourced from uploaded room files.</a:t>
            </a:r>
          </a:p>
          <a:p>
            <a:r>
              <a:rPr lang="en-US" sz="1550"/>
              <a:t>Rows in backup workbook: 1</a:t>
            </a:r>
          </a:p>
          <a:p>
            <a:r>
              <a:rPr lang="en-US" sz="1550"/>
              <a:t>WACC — Value: 0.0559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NodeRoom">
  <a:themeElements>
    <a:clrScheme name="NodeRoom">
      <a:dk1>
        <a:srgbClr val="111418"/>
      </a:dk1>
      <a:lt1>
        <a:srgbClr val="FFFFFF"/>
      </a:lt1>
      <a:accent1>
        <a:srgbClr val="E36E4A"/>
      </a:accent1>
    </a:clrScheme>
    <a:fontScheme name="NodeRoom">
      <a:majorFont>
        <a:latin typeface="Arial"/>
      </a:majorFont>
      <a:minorFont>
        <a:latin typeface="Arial"/>
      </a:minorFont>
    </a:fontScheme>
    <a:fmtScheme name="NodeRoom">
      <a:fillStyleLst/>
      <a:lnStyleLst/>
      <a:effectStyleLst/>
      <a:bgFillStyleLst/>
    </a:fmtScheme>
  </a:themeElements>
</a:theme>
</file>

<file path=docProps/app.xml><?xml version="1.0" encoding="utf-8"?>
<Properties xmlns="http://schemas.openxmlformats.org/officeDocument/2006/extended-properties">
  <Application>NodeRoom</Application>
  <Slides>1</Slides>
</Properties>
</file>

<file path=docProps/core.xml><?xml version="1.0" encoding="utf-8"?>
<cp:coreProperties xmlns:cp="http://schemas.openxmlformats.org/package/2006/metadata/core-properties" xmlns:dc="http://purl.org/dc/elements/1.1/">
  <dc:title>KDP DCF Valuation Model</dc:title>
  <dc:creator>NodeAgent</dc:creator>
</cp:coreProperties>
</file>