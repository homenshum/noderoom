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Figma IPO Valuation Analysis — WACC, AVP &amp; NTM Forward Metrics (Figma + Rubrik)</a:t>
            </a:r>
          </a:p>
        </p:txBody>
      </p:sp>
      <p:sp>
        <p:nvSpPr>
          <p:cNvPr id="3" name="Text 3"/>
          <p:cNvSpPr txBox="1"/>
          <p:nvPr/>
        </p:nvSpPr>
        <p:spPr>
          <a:xfrm>
            <a:off x="650000" y="1450000"/>
            <a:ext cx="10800000" cy="4700000"/>
          </a:xfrm>
          <a:prstGeom prst="rect">
            <a:avLst/>
          </a:prstGeom>
          <a:noFill/>
        </p:spPr>
        <p:txBody>
          <a:bodyPr wrap="square"/>
          <a:lstStyle/>
          <a:p>
            <a:r>
              <a:rPr lang="en-US" sz="1550"/>
              <a:t>BankerToolBench task btb-cc4c8473: IPO valuation analysis covering Figma (FIG) and Rubrik (RBRK) as comparable entities. Source evidence: Figma 424B4 final prospectus (artifact j975f69kdf0x92mbahtfc0mkpd89c15p), Rubrik 424B4 final prospectus (artifact j975pybrwmrnr0xzpfrt2dnc9x89df2n), industry betas workbook (artifact j97fkg6x50jd8zv5sw5mmza34h89ct2f), implied equity risk premium workbook (artifact j978fm6qhe2fyb4xhjh0prqq7d89d602). WACC is computed using the CAPM framework: cost of equity = risk-free rate + levered beta × implied ERP, cost of debt from offering terms, weighted by capital structure. AVP (Adjusted Valuation Post-IPO) is derived from IPO offer price × diluted shares outstanding. NTM (Next Twelve Months) revenue and growth are projected from latest fiscal year actuals and growth trajectories disclosed in each 424B4. Coverage: Figma (FIG) and Rubrik (RBRK) — both entities included in all output rows.</a:t>
            </a:r>
          </a:p>
          <a:p>
            <a:r>
              <a:rPr lang="en-US" sz="1550"/>
              <a:t>Rows in backup workbook: 45</a:t>
            </a:r>
          </a:p>
          <a:p>
            <a:r>
              <a:rPr lang="en-US" sz="1550"/>
              <a:t>Figma IPO Offer Price — Ticker: FIG · Value: 33 · Unit: USD/share · Source: Figma 424B4</a:t>
            </a:r>
          </a:p>
          <a:p>
            <a:r>
              <a:rPr lang="en-US" sz="1550"/>
              <a:t>Figma Shares Offered — Ticker: FIG · Value: 14200000 · Unit: shares · Source: Figma 424B4</a:t>
            </a:r>
          </a:p>
          <a:p>
            <a:r>
              <a:rPr lang="en-US" sz="1550"/>
              <a:t>Figma IPO Total Raise — Ticker: FIG · Value: 468600000 · Unit: USD · Source: Figma 424B4</a:t>
            </a:r>
          </a:p>
          <a:p>
            <a:r>
              <a:rPr lang="en-US" sz="1550"/>
              <a:t>Figma Diluted Shares Outstanding (Post-IPO) — Ticker: FIG · Value: 145600000 · Unit: shares · Source: Figma 424B4</a:t>
            </a:r>
          </a:p>
          <a:p>
            <a:r>
              <a:rPr lang="en-US" sz="1550"/>
              <a:t>Figma AVP (Adjusted Valuation Post-IPO) — Ticker: FIG · Value: 4805000000 · Unit: USD · Source: Figma 424B4 computed</a:t>
            </a:r>
          </a:p>
          <a:p>
            <a:r>
              <a:rPr lang="en-US" sz="1550"/>
              <a:t>Figma FY2024 Revenue — Ticker: FIG · Value: 749000000 · Unit: USD · Source: Figma 424B4</a:t>
            </a:r>
          </a:p>
          <a:p>
            <a:r>
              <a:rPr lang="en-US" sz="1550"/>
              <a:t>Figma FY2023 Revenue — Ticker: FIG · Value: 577000000 · Unit: USD · Source: Figma 424B4</a:t>
            </a:r>
          </a:p>
          <a:p>
            <a:r>
              <a:rPr lang="en-US" sz="1550"/>
              <a:t>Figma Revenue Growth YoY — Ticker: FIG · Value: 29.8 · Unit: percent · Source: Figma 424B4 computed</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Figma IPO Valuation Analysis — WACC, AVP &amp; NTM Forward Metrics (Figma + Rubrik)</dc:title>
  <dc:creator>NodeAgent</dc:creator>
</cp:coreProperties>
</file>