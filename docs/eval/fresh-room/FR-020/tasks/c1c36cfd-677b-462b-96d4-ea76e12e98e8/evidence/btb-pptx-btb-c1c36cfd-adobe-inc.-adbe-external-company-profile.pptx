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Adobe Inc. (ADBE) — External Company Profile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Two-slide external meeting company profile for Adobe (NASDAQ: ADBE), prepared per task btb-c1c36cfd. Calculations derived from uploaded ADBE financial workbooks.</a:t>
            </a:r>
          </a:p>
          <a:p>
            <a:r>
              <a:rPr lang="en-US" sz="1550"/>
              <a:t>Rows in backup workbook: 13</a:t>
            </a:r>
          </a:p>
          <a:p>
            <a:r>
              <a:rPr lang="en-US" sz="1550"/>
              <a:t>Company Identity — Company: Adobe Inc. · Ticker: ADBE · Exchange: NASDAQ · Fiscal Year End: November</a:t>
            </a:r>
          </a:p>
          <a:p>
            <a:r>
              <a:rPr lang="en-US" sz="1550"/>
              <a:t>Revenue Trend (USD millions) — Fy2021 Revenue: 15785 · Fy2022 Revenue: 17606 · Fy2023 Revenue: 19409 · Fy2024 Revenue: 21505 · Fy2025 Revenue: 21505</a:t>
            </a:r>
          </a:p>
          <a:p>
            <a:r>
              <a:rPr lang="en-US" sz="1550"/>
              <a:t>Operating Income Trend (USD millions) — Fy2023 Operating Income: 6830 · Fy2024 Operating Income: 7310</a:t>
            </a:r>
          </a:p>
          <a:p>
            <a:r>
              <a:rPr lang="en-US" sz="1550"/>
              <a:t>Net Income Trend (USD millions) — Fy2023 Net Income: 5396 · Fy2024 Net Income: 5603</a:t>
            </a:r>
          </a:p>
          <a:p>
            <a:r>
              <a:rPr lang="en-US" sz="1550"/>
              <a:t>Diluted EPS (USD) — Fy2023 Diluted Eps: 11.82 · Fy2024 Diluted Eps: 12.48</a:t>
            </a:r>
          </a:p>
          <a:p>
            <a:r>
              <a:rPr lang="en-US" sz="1550"/>
              <a:t>Balance Sheet Highlights (USD millions) — Total Assets: 29032 · Total Liabilities: 14629 · Total Equity: 14403 · Cash And Equivalents: 6177 · Total Debt: 3618</a:t>
            </a:r>
          </a:p>
          <a:p>
            <a:r>
              <a:rPr lang="en-US" sz="1550"/>
              <a:t>Shares Outstanding (millions) — Diluted Shares Outstanding: 443</a:t>
            </a:r>
          </a:p>
          <a:p>
            <a:r>
              <a:rPr lang="en-US" sz="1550"/>
              <a:t>Stock Price — Recent Price: 400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Adobe Inc. (ADBE) — External Company Profile</dc:title>
  <dc:creator>NodeAgent</dc:creator>
</cp:coreProperties>
</file>