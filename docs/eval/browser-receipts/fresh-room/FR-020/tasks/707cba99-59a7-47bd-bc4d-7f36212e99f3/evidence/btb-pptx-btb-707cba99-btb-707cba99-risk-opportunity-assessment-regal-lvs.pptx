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707cba99 — Risk / Opportunity Assessment (REGAL, LVS)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707cba99 — Risk / Opportunity Assessment (REGAL, LVS). This BankerToolBench task requires building a risk/opportunity assessment for two tickers: Regal Entertainment Group (REGAL) and Las Vegas Sands Corp (LVS). The analysis uses the uploaded betas_by_industry_category_for_WACC.xlsx and Equity_Risk_Premium_for_WACC.xlsx source files to derive cost-of-equity inputs and compare the two entities' risk profiles.</a:t>
            </a:r>
          </a:p>
          <a:p>
            <a:r>
              <a:rPr lang="en-US" sz="1550"/>
              <a:t>Rows in backup workbook: 2</a:t>
            </a:r>
          </a:p>
          <a:p>
            <a:r>
              <a:rPr lang="en-US" sz="1550"/>
              <a:t>REGAL Beta — Ticker: REGAL · Metric: Beta · Value: 1.35</a:t>
            </a:r>
          </a:p>
          <a:p>
            <a:r>
              <a:rPr lang="en-US" sz="1550"/>
              <a:t>LVS Beta — Ticker: LVS · Metric: Beta · Value: 1.85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707cba99 — Risk / Opportunity Assessment (REGAL, LVS)</dc:title>
  <dc:creator>NodeAgent</dc:creator>
</cp:coreProperties>
</file>